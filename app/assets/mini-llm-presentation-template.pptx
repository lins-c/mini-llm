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d696740a044af5" /><Relationship Type="http://schemas.openxmlformats.org/officeDocument/2006/relationships/extended-properties" Target="/docProps/app.xml" Id="R3fd5ee2fa9d04f6a" /><Relationship Type="http://schemas.openxmlformats.org/officeDocument/2006/relationships/officeDocument" Target="/ppt/presentation.xml" Id="Rbab30838221946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54a82f783e4428"/>
  </p:sldMasterIdLst>
  <p:notesMasterIdLst>
    <p:notesMasterId xmlns:r="http://schemas.openxmlformats.org/officeDocument/2006/relationships" r:id="R4a79bf451980418f"/>
  </p:notesMasterIdLst>
  <p:sldIdLst>
    <p:sldId xmlns:r="http://schemas.openxmlformats.org/officeDocument/2006/relationships" id="256" r:id="R96b95ff4e35f4def"/>
    <p:sldId xmlns:r="http://schemas.openxmlformats.org/officeDocument/2006/relationships" id="257" r:id="Rb337ab22035b48cc"/>
    <p:sldId xmlns:r="http://schemas.openxmlformats.org/officeDocument/2006/relationships" id="258" r:id="R973c3287ea9f402b"/>
    <p:sldId xmlns:r="http://schemas.openxmlformats.org/officeDocument/2006/relationships" id="259" r:id="R69850b504c614b90"/>
    <p:sldId xmlns:r="http://schemas.openxmlformats.org/officeDocument/2006/relationships" id="260" r:id="Rde9468a9b87944ec"/>
    <p:sldId xmlns:r="http://schemas.openxmlformats.org/officeDocument/2006/relationships" id="261" r:id="R19df649778c442c3"/>
    <p:sldId xmlns:r="http://schemas.openxmlformats.org/officeDocument/2006/relationships" id="262" r:id="R5b1c924a75284f73"/>
    <p:sldId xmlns:r="http://schemas.openxmlformats.org/officeDocument/2006/relationships" id="263" r:id="R8c8620b783f04605"/>
    <p:sldId xmlns:r="http://schemas.openxmlformats.org/officeDocument/2006/relationships" id="264" r:id="R7faef99e54e84aaa"/>
    <p:sldId xmlns:r="http://schemas.openxmlformats.org/officeDocument/2006/relationships" id="265" r:id="R2bcf34071cb147f6"/>
    <p:sldId xmlns:r="http://schemas.openxmlformats.org/officeDocument/2006/relationships" id="266" r:id="R912bc8d6cce944a3"/>
    <p:sldId xmlns:r="http://schemas.openxmlformats.org/officeDocument/2006/relationships" id="267" r:id="R4a08c75762b244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f9bbcf158f42ab" /><Relationship Type="http://schemas.openxmlformats.org/officeDocument/2006/relationships/slideMaster" Target="/ppt/slideMasters/slideMaster1.xml" Id="R4454a82f783e4428" /><Relationship Type="http://schemas.openxmlformats.org/officeDocument/2006/relationships/notesMaster" Target="/ppt/notesMasters/notesMaster1.xml" Id="R4a79bf451980418f" /><Relationship Type="http://schemas.openxmlformats.org/officeDocument/2006/relationships/presProps" Target="/ppt/presProps.xml" Id="R1264c083cbf6449d" /><Relationship Type="http://schemas.openxmlformats.org/officeDocument/2006/relationships/tableStyles" Target="/ppt/tableStyles.xml" Id="Rfdd59306b7b34408" /><Relationship Type="http://schemas.openxmlformats.org/officeDocument/2006/relationships/slide" Target="/ppt/slides/slide1.xml" Id="R96b95ff4e35f4def" /><Relationship Type="http://schemas.openxmlformats.org/officeDocument/2006/relationships/slide" Target="/ppt/slides/slide2.xml" Id="Rb337ab22035b48cc" /><Relationship Type="http://schemas.openxmlformats.org/officeDocument/2006/relationships/slide" Target="/ppt/slides/slide3.xml" Id="R973c3287ea9f402b" /><Relationship Type="http://schemas.openxmlformats.org/officeDocument/2006/relationships/slide" Target="/ppt/slides/slide4.xml" Id="R69850b504c614b90" /><Relationship Type="http://schemas.openxmlformats.org/officeDocument/2006/relationships/slide" Target="/ppt/slides/slide5.xml" Id="Rde9468a9b87944ec" /><Relationship Type="http://schemas.openxmlformats.org/officeDocument/2006/relationships/slide" Target="/ppt/slides/slide6.xml" Id="R19df649778c442c3" /><Relationship Type="http://schemas.openxmlformats.org/officeDocument/2006/relationships/slide" Target="/ppt/slides/slide7.xml" Id="R5b1c924a75284f73" /><Relationship Type="http://schemas.openxmlformats.org/officeDocument/2006/relationships/slide" Target="/ppt/slides/slide8.xml" Id="R8c8620b783f04605" /><Relationship Type="http://schemas.openxmlformats.org/officeDocument/2006/relationships/slide" Target="/ppt/slides/slide9.xml" Id="R7faef99e54e84aaa" /><Relationship Type="http://schemas.openxmlformats.org/officeDocument/2006/relationships/slide" Target="/ppt/slides/slide10.xml" Id="R2bcf34071cb147f6" /><Relationship Type="http://schemas.openxmlformats.org/officeDocument/2006/relationships/slide" Target="/ppt/slides/slide11.xml" Id="R912bc8d6cce944a3" /><Relationship Type="http://schemas.openxmlformats.org/officeDocument/2006/relationships/slide" Target="/ppt/slides/slide12.xml" Id="R4a08c75762b244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5192f4f2c348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4b5a3f0eed40de" /><Relationship Type="http://schemas.openxmlformats.org/officeDocument/2006/relationships/notesMaster" Target="/ppt/notesMasters/notesMaster1.xml" Id="Re4b403dc153142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e8daec4cff45f6" /><Relationship Type="http://schemas.openxmlformats.org/officeDocument/2006/relationships/notesMaster" Target="/ppt/notesMasters/notesMaster1.xml" Id="Reefc8c9825af43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e51626eda14992" /><Relationship Type="http://schemas.openxmlformats.org/officeDocument/2006/relationships/notesMaster" Target="/ppt/notesMasters/notesMaster1.xml" Id="R979b12261a994e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5f6b114f504ec4" /><Relationship Type="http://schemas.openxmlformats.org/officeDocument/2006/relationships/notesMaster" Target="/ppt/notesMasters/notesMaster1.xml" Id="Ra308387703fd49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b64c207bc3403e" /><Relationship Type="http://schemas.openxmlformats.org/officeDocument/2006/relationships/notesMaster" Target="/ppt/notesMasters/notesMaster1.xml" Id="R4a64da3ff60746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50605645ac43c2" /><Relationship Type="http://schemas.openxmlformats.org/officeDocument/2006/relationships/notesMaster" Target="/ppt/notesMasters/notesMaster1.xml" Id="Re72cf6aef7cf47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8516cd0e024845" /><Relationship Type="http://schemas.openxmlformats.org/officeDocument/2006/relationships/notesMaster" Target="/ppt/notesMasters/notesMaster1.xml" Id="R7a36c8fb91804e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45b65809704936" /><Relationship Type="http://schemas.openxmlformats.org/officeDocument/2006/relationships/notesMaster" Target="/ppt/notesMasters/notesMaster1.xml" Id="Rccd6e2595f0e46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2ca022219d4848" /><Relationship Type="http://schemas.openxmlformats.org/officeDocument/2006/relationships/notesMaster" Target="/ppt/notesMasters/notesMaster1.xml" Id="R3537263ce1ce41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0b86dee27b43c6" /><Relationship Type="http://schemas.openxmlformats.org/officeDocument/2006/relationships/notesMaster" Target="/ppt/notesMasters/notesMaster1.xml" Id="Ra5933f83bb03409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9b789260b014961" /><Relationship Type="http://schemas.openxmlformats.org/officeDocument/2006/relationships/notesMaster" Target="/ppt/notesMasters/notesMaster1.xml" Id="Rb14923907d7e4d7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72ca296ea734caa" /><Relationship Type="http://schemas.openxmlformats.org/officeDocument/2006/relationships/notesMaster" Target="/ppt/notesMasters/notesMaster1.xml" Id="Rf557c555abc946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44a68b22e645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9918bce2794076" /><Relationship Type="http://schemas.openxmlformats.org/officeDocument/2006/relationships/slideLayout" Target="/ppt/slideLayouts/slideLayout1.xml" Id="Re238628c6d6347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38628c6d6347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6dc99d3584fb6" /><Relationship Type="http://schemas.openxmlformats.org/officeDocument/2006/relationships/notesSlide" Target="/ppt/notesSlides/notesSlide1.xml" Id="R8fa8a27ddc124f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14ab598ce24176" /><Relationship Type="http://schemas.openxmlformats.org/officeDocument/2006/relationships/notesSlide" Target="/ppt/notesSlides/notesSlide2.xml" Id="R336177a5bce348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e5f12d34d4939" /><Relationship Type="http://schemas.openxmlformats.org/officeDocument/2006/relationships/notesSlide" Target="/ppt/notesSlides/notesSlide3.xml" Id="Rceb4a3027dc144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5a661a9da4cd7" /><Relationship Type="http://schemas.openxmlformats.org/officeDocument/2006/relationships/notesSlide" Target="/ppt/notesSlides/notesSlide4.xml" Id="R1034a9be62294f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c3a89e6a540ea" /><Relationship Type="http://schemas.openxmlformats.org/officeDocument/2006/relationships/notesSlide" Target="/ppt/notesSlides/notesSlide5.xml" Id="R9543b0e8b39a4a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b4a6614104af1" /><Relationship Type="http://schemas.openxmlformats.org/officeDocument/2006/relationships/notesSlide" Target="/ppt/notesSlides/notesSlide6.xml" Id="R5dfa2dace7734d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5607a080904d13" /><Relationship Type="http://schemas.openxmlformats.org/officeDocument/2006/relationships/notesSlide" Target="/ppt/notesSlides/notesSlide7.xml" Id="Rf8df050dccc54e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3f263209047c3" /><Relationship Type="http://schemas.openxmlformats.org/officeDocument/2006/relationships/notesSlide" Target="/ppt/notesSlides/notesSlide8.xml" Id="Rd25f52ff5fd54f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74bdc5b32496a" /><Relationship Type="http://schemas.openxmlformats.org/officeDocument/2006/relationships/notesSlide" Target="/ppt/notesSlides/notesSlide9.xml" Id="R198ce825e14f4c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ea9228c5c740ef" /><Relationship Type="http://schemas.openxmlformats.org/officeDocument/2006/relationships/notesSlide" Target="/ppt/notesSlides/notesSlide10.xml" Id="Rb7f2a8d5c655455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f40993c0f4325" /><Relationship Type="http://schemas.openxmlformats.org/officeDocument/2006/relationships/notesSlide" Target="/ppt/notesSlides/notesSlide11.xml" Id="R66122f7dd1b742a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c7335dd6e4b86" /><Relationship Type="http://schemas.openxmlformats.org/officeDocument/2006/relationships/notesSlide" Target="/ppt/notesSlides/notesSlide12.xml" Id="Rea9cf41e16584f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minimal-frame">
            <a:extLst xmlns:a="http://schemas.openxmlformats.org/drawingml/2006/main">
              <a:ext uri="{FF2B5EF4-FFF2-40B4-BE49-F238E27FC236}">
                <a16:creationId xmlns:a16="http://schemas.microsoft.com/office/drawing/2014/main" id="{A5F43631-5C39-48BB-8B07-F291C75B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oundRect">
            <a:avLst>
              <a:gd name="adj" fmla="val 18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9E4"/>
            </a:solidFill>
            <a:prstDash val="solid"/>
          </a:ln>
        </p:spPr>
      </p:sp>
      <p:sp>
        <p:nvSpPr>
          <p:cNvPr id="2" name="accent-line">
            <a:extLst xmlns:a="http://schemas.openxmlformats.org/drawingml/2006/main">
              <a:ext uri="{FF2B5EF4-FFF2-40B4-BE49-F238E27FC236}">
                <a16:creationId xmlns:a16="http://schemas.microsoft.com/office/drawing/2014/main" id="{69179D95-5B37-4DFF-9324-C777D8D9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9525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3" name="brand-label">
            <a:extLst xmlns:a="http://schemas.openxmlformats.org/drawingml/2006/main">
              <a:ext uri="{FF2B5EF4-FFF2-40B4-BE49-F238E27FC236}">
                <a16:creationId xmlns:a16="http://schemas.microsoft.com/office/drawing/2014/main" id="{1C466160-5344-4C76-BC6E-55EF831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77CF6"/>
                </a:solidFill>
              </a:defRPr>
            </a:pPr>
            <a:r>
              <a:rPr sz="975" b="1">
                <a:solidFill>
                  <a:srgbClr val="377CF6"/>
                </a:solidFill>
              </a:rPr>
              <a:t>MINI LLM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CAD87C0-0000-4F4F-8A85-EA57E56C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1341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</a:defRPr>
            </a:pPr>
            <a:r>
              <a:rPr sz="975" b="0">
                <a:solidFill>
                  <a:srgbClr val="66788A"/>
                </a:solidFill>
              </a:rPr>
              <a:t>01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9F72CBEE-6338-455B-B54E-A08AB211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685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6" name="deck-kicker">
            <a:extLst xmlns:a="http://schemas.openxmlformats.org/drawingml/2006/main">
              <a:ext uri="{FF2B5EF4-FFF2-40B4-BE49-F238E27FC236}">
                <a16:creationId xmlns:a16="http://schemas.microsoft.com/office/drawing/2014/main" id="{A43F1129-42EA-4279-9D19-08258BD4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77CF6"/>
                </a:solidFill>
              </a:defRPr>
            </a:pPr>
            <a:r>
              <a:rPr sz="1125" b="1">
                <a:solidFill>
                  <a:srgbClr val="377CF6"/>
                </a:solidFill>
              </a:rPr>
              <a:t>PRÄSENTATION</a:t>
            </a:r>
          </a:p>
        </p:txBody>
      </p:sp>
      <p:sp>
        <p:nvSpPr>
          <p:cNvPr id="7" name="deck-title">
            <a:extLst xmlns:a="http://schemas.openxmlformats.org/drawingml/2006/main">
              <a:ext uri="{FF2B5EF4-FFF2-40B4-BE49-F238E27FC236}">
                <a16:creationId xmlns:a16="http://schemas.microsoft.com/office/drawing/2014/main" id="{8C309064-57B8-489B-9870-6017DCDA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9858375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2A43"/>
                </a:solidFill>
              </a:defRPr>
            </a:pPr>
            <a:r>
              <a:rPr sz="4050" b="1">
                <a:solidFill>
                  <a:srgbClr val="102A43"/>
                </a:solidFill>
              </a:rPr>
              <a:t>Titel der Präsentation</a:t>
            </a:r>
          </a:p>
        </p:txBody>
      </p:sp>
      <p:sp>
        <p:nvSpPr>
          <p:cNvPr id="8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B62E3DB3-BA82-438A-9FA9-B3B99D5E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895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88A"/>
                </a:solidFill>
              </a:defRPr>
            </a:pPr>
            <a:r>
              <a:rPr sz="1875" b="0">
                <a:solidFill>
                  <a:srgbClr val="66788A"/>
                </a:solidFill>
              </a:rPr>
              <a:t>Klarer Untertitel oder Anlass</a:t>
            </a:r>
          </a:p>
        </p:txBody>
      </p:sp>
      <p:sp>
        <p:nvSpPr>
          <p:cNvPr id="9" name="deck-date">
            <a:extLst xmlns:a="http://schemas.openxmlformats.org/drawingml/2006/main">
              <a:ext uri="{FF2B5EF4-FFF2-40B4-BE49-F238E27FC236}">
                <a16:creationId xmlns:a16="http://schemas.microsoft.com/office/drawing/2014/main" id="{3D1DD946-2D21-4444-80BC-5F273435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6388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88A"/>
                </a:solidFill>
              </a:defRPr>
            </a:pPr>
            <a:r>
              <a:rPr sz="1200" b="0">
                <a:solidFill>
                  <a:srgbClr val="66788A"/>
                </a:solidFill>
              </a:rPr>
              <a:t>Erstellt mit Mini LLM</a:t>
            </a:r>
          </a:p>
        </p:txBody>
      </p:sp>
      <p:sp>
        <p:nvSpPr>
          <p:cNvPr id="10" name="deck-author-label">
            <a:extLst xmlns:a="http://schemas.openxmlformats.org/drawingml/2006/main">
              <a:ext uri="{FF2B5EF4-FFF2-40B4-BE49-F238E27FC236}">
                <a16:creationId xmlns:a16="http://schemas.microsoft.com/office/drawing/2014/main" id="{79F9AC68-502C-44DE-A430-BA51B765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77CF6"/>
                </a:solidFill>
              </a:defRPr>
            </a:pPr>
            <a:r>
              <a:rPr sz="825" b="1">
                <a:solidFill>
                  <a:srgbClr val="377CF6"/>
                </a:solidFill>
              </a:rPr>
              <a:t>ERSTELLT VON</a:t>
            </a:r>
          </a:p>
        </p:txBody>
      </p:sp>
      <p:sp>
        <p:nvSpPr>
          <p:cNvPr id="11" name="deck-author">
            <a:extLst xmlns:a="http://schemas.openxmlformats.org/drawingml/2006/main">
              <a:ext uri="{FF2B5EF4-FFF2-40B4-BE49-F238E27FC236}">
                <a16:creationId xmlns:a16="http://schemas.microsoft.com/office/drawing/2014/main" id="{4E512BA6-1306-4AE8-BF23-32DD796B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BEISPIEL GMBH</a:t>
            </a:r>
          </a:p>
        </p:txBody>
      </p:sp>
    </p:spTree>
    <p:extLst>
      <p:ext uri="{BB962C8B-B14F-4D97-AF65-F5344CB8AC3E}">
        <p14:creationId xmlns:p14="http://schemas.microsoft.com/office/powerpoint/2010/main" val="1919963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minimal-frame">
            <a:extLst xmlns:a="http://schemas.openxmlformats.org/drawingml/2006/main">
              <a:ext uri="{FF2B5EF4-FFF2-40B4-BE49-F238E27FC236}">
                <a16:creationId xmlns:a16="http://schemas.microsoft.com/office/drawing/2014/main" id="{78F74C3C-83F2-4D61-84B3-50F36775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oundRect">
            <a:avLst>
              <a:gd name="adj" fmla="val 18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9E4"/>
            </a:solidFill>
            <a:prstDash val="solid"/>
          </a:ln>
        </p:spPr>
      </p:sp>
      <p:sp>
        <p:nvSpPr>
          <p:cNvPr id="2" name="accent-line">
            <a:extLst xmlns:a="http://schemas.openxmlformats.org/drawingml/2006/main">
              <a:ext uri="{FF2B5EF4-FFF2-40B4-BE49-F238E27FC236}">
                <a16:creationId xmlns:a16="http://schemas.microsoft.com/office/drawing/2014/main" id="{FDADE680-9A4F-4EDF-8148-67927B2C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9525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3" name="brand-label">
            <a:extLst xmlns:a="http://schemas.openxmlformats.org/drawingml/2006/main">
              <a:ext uri="{FF2B5EF4-FFF2-40B4-BE49-F238E27FC236}">
                <a16:creationId xmlns:a16="http://schemas.microsoft.com/office/drawing/2014/main" id="{80C44277-4325-4162-9D3A-4B327BCE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77CF6"/>
                </a:solidFill>
              </a:defRPr>
            </a:pPr>
            <a:r>
              <a:rPr sz="975" b="1">
                <a:solidFill>
                  <a:srgbClr val="377CF6"/>
                </a:solidFill>
              </a:rPr>
              <a:t>MINI LLM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96209FB-43CF-4ECE-BA38-96BE0787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1341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</a:defRPr>
            </a:pPr>
            <a:r>
              <a:rPr sz="975" b="0">
                <a:solidFill>
                  <a:srgbClr val="66788A"/>
                </a:solidFill>
              </a:rPr>
              <a:t>02</a:t>
            </a:r>
          </a:p>
        </p:txBody>
      </p:sp>
      <p:sp>
        <p:nvSpPr>
          <p:cNvPr id="5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30E70E84-57C4-47DD-BE04-1124BE87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77CF6"/>
                </a:solidFill>
              </a:defRPr>
            </a:pPr>
            <a:r>
              <a:rPr sz="975" b="1">
                <a:solidFill>
                  <a:srgbClr val="377CF6"/>
                </a:solidFill>
              </a:rPr>
              <a:t>KERNAUSSAGE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792C2B-2BDF-43EC-A177-BB19B93D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Eine klare Aussage pro Folie</a:t>
            </a:r>
          </a:p>
        </p:txBody>
      </p:sp>
      <p:sp>
        <p:nvSpPr>
          <p:cNvPr id="7" name="slide-index">
            <a:extLst xmlns:a="http://schemas.openxmlformats.org/drawingml/2006/main">
              <a:ext uri="{FF2B5EF4-FFF2-40B4-BE49-F238E27FC236}">
                <a16:creationId xmlns:a16="http://schemas.microsoft.com/office/drawing/2014/main" id="{019EA84C-E72A-4056-8774-97DBDF69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9048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</a:defRPr>
            </a:pPr>
            <a:r>
              <a:rPr sz="975" b="0">
                <a:solidFill>
                  <a:srgbClr val="66788A"/>
                </a:solidFill>
              </a:rPr>
              <a:t>01</a:t>
            </a:r>
          </a:p>
        </p:txBody>
      </p:sp>
      <p:sp>
        <p:nvSpPr>
          <p:cNvPr id="8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1F113EDF-5752-4252-948D-E4B366AD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764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9" name="bullet-1">
            <a:extLst xmlns:a="http://schemas.openxmlformats.org/drawingml/2006/main">
              <a:ext uri="{FF2B5EF4-FFF2-40B4-BE49-F238E27FC236}">
                <a16:creationId xmlns:a16="http://schemas.microsoft.com/office/drawing/2014/main" id="{9D15F97F-341A-4B9A-9334-78553616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14550"/>
            <a:ext cx="9829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24A"/>
                </a:solidFill>
              </a:defRPr>
            </a:pPr>
            <a:r>
              <a:rPr sz="1575" b="0">
                <a:solidFill>
                  <a:srgbClr val="18324A"/>
                </a:solidFill>
              </a:rPr>
              <a:t>Inhalt 1</a:t>
            </a:r>
          </a:p>
        </p:txBody>
      </p:sp>
      <p:sp>
        <p:nvSpPr>
          <p:cNvPr id="10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1539CA84-A6AE-46C4-9E08-661B0B63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384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11" name="bullet-2">
            <a:extLst xmlns:a="http://schemas.openxmlformats.org/drawingml/2006/main">
              <a:ext uri="{FF2B5EF4-FFF2-40B4-BE49-F238E27FC236}">
                <a16:creationId xmlns:a16="http://schemas.microsoft.com/office/drawing/2014/main" id="{35827A02-618E-415B-B1A5-E35C1B94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76550"/>
            <a:ext cx="9829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24A"/>
                </a:solidFill>
              </a:defRPr>
            </a:pPr>
            <a:r>
              <a:rPr sz="1575" b="0">
                <a:solidFill>
                  <a:srgbClr val="18324A"/>
                </a:solidFill>
              </a:rPr>
              <a:t>Inhalt 2</a:t>
            </a:r>
          </a:p>
        </p:txBody>
      </p:sp>
      <p:sp>
        <p:nvSpPr>
          <p:cNvPr id="12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5B868219-0013-4601-AB89-D33FDE23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004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13" name="bullet-3">
            <a:extLst xmlns:a="http://schemas.openxmlformats.org/drawingml/2006/main">
              <a:ext uri="{FF2B5EF4-FFF2-40B4-BE49-F238E27FC236}">
                <a16:creationId xmlns:a16="http://schemas.microsoft.com/office/drawing/2014/main" id="{65254000-9574-43F7-9576-229C9758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9829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24A"/>
                </a:solidFill>
              </a:defRPr>
            </a:pPr>
            <a:r>
              <a:rPr sz="1575" b="0">
                <a:solidFill>
                  <a:srgbClr val="18324A"/>
                </a:solidFill>
              </a:rPr>
              <a:t>Inhalt 3</a:t>
            </a:r>
          </a:p>
        </p:txBody>
      </p:sp>
      <p:sp>
        <p:nvSpPr>
          <p:cNvPr id="14" name="bullet-dot-4">
            <a:extLst xmlns:a="http://schemas.openxmlformats.org/drawingml/2006/main">
              <a:ext uri="{FF2B5EF4-FFF2-40B4-BE49-F238E27FC236}">
                <a16:creationId xmlns:a16="http://schemas.microsoft.com/office/drawing/2014/main" id="{DF36C137-4C5C-4901-8347-2CBCCFFC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624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15" name="bullet-4">
            <a:extLst xmlns:a="http://schemas.openxmlformats.org/drawingml/2006/main">
              <a:ext uri="{FF2B5EF4-FFF2-40B4-BE49-F238E27FC236}">
                <a16:creationId xmlns:a16="http://schemas.microsoft.com/office/drawing/2014/main" id="{95463E56-A2B0-44DD-B7D0-F652824D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00550"/>
            <a:ext cx="9829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24A"/>
                </a:solidFill>
              </a:defRPr>
            </a:pPr>
            <a:r>
              <a:rPr sz="1575" b="0">
                <a:solidFill>
                  <a:srgbClr val="18324A"/>
                </a:solidFill>
              </a:rPr>
              <a:t>Inhalt 4</a:t>
            </a:r>
          </a:p>
        </p:txBody>
      </p:sp>
      <p:sp>
        <p:nvSpPr>
          <p:cNvPr id="16" name="bullet-dot-5">
            <a:extLst xmlns:a="http://schemas.openxmlformats.org/drawingml/2006/main">
              <a:ext uri="{FF2B5EF4-FFF2-40B4-BE49-F238E27FC236}">
                <a16:creationId xmlns:a16="http://schemas.microsoft.com/office/drawing/2014/main" id="{6A9DDA0F-9311-4D0B-A0A7-DF12CC03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244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17" name="bullet-5">
            <a:extLst xmlns:a="http://schemas.openxmlformats.org/drawingml/2006/main">
              <a:ext uri="{FF2B5EF4-FFF2-40B4-BE49-F238E27FC236}">
                <a16:creationId xmlns:a16="http://schemas.microsoft.com/office/drawing/2014/main" id="{47921372-FF69-4525-AEE7-85BDB4BD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62550"/>
            <a:ext cx="9829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24A"/>
                </a:solidFill>
              </a:defRPr>
            </a:pPr>
            <a:r>
              <a:rPr sz="1575" b="0">
                <a:solidFill>
                  <a:srgbClr val="18324A"/>
                </a:solidFill>
              </a:rPr>
              <a:t>Inhalt 5</a:t>
            </a:r>
          </a:p>
        </p:txBody>
      </p:sp>
    </p:spTree>
    <p:extLst>
      <p:ext uri="{BB962C8B-B14F-4D97-AF65-F5344CB8AC3E}">
        <p14:creationId xmlns:p14="http://schemas.microsoft.com/office/powerpoint/2010/main" val="7399660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minimal-frame">
            <a:extLst xmlns:a="http://schemas.openxmlformats.org/drawingml/2006/main">
              <a:ext uri="{FF2B5EF4-FFF2-40B4-BE49-F238E27FC236}">
                <a16:creationId xmlns:a16="http://schemas.microsoft.com/office/drawing/2014/main" id="{CA187A9D-2FD9-46AE-8093-6B092712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oundRect">
            <a:avLst>
              <a:gd name="adj" fmla="val 18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9E4"/>
            </a:solidFill>
            <a:prstDash val="solid"/>
          </a:ln>
        </p:spPr>
      </p:sp>
      <p:sp>
        <p:nvSpPr>
          <p:cNvPr id="2" name="accent-line">
            <a:extLst xmlns:a="http://schemas.openxmlformats.org/drawingml/2006/main">
              <a:ext uri="{FF2B5EF4-FFF2-40B4-BE49-F238E27FC236}">
                <a16:creationId xmlns:a16="http://schemas.microsoft.com/office/drawing/2014/main" id="{A8AABFE2-1825-4E24-B156-5D6EC3F5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9525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3" name="brand-label">
            <a:extLst xmlns:a="http://schemas.openxmlformats.org/drawingml/2006/main">
              <a:ext uri="{FF2B5EF4-FFF2-40B4-BE49-F238E27FC236}">
                <a16:creationId xmlns:a16="http://schemas.microsoft.com/office/drawing/2014/main" id="{0039D812-3CA1-44F5-9BE1-276A4069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77CF6"/>
                </a:solidFill>
              </a:defRPr>
            </a:pPr>
            <a:r>
              <a:rPr sz="975" b="1">
                <a:solidFill>
                  <a:srgbClr val="377CF6"/>
                </a:solidFill>
              </a:rPr>
              <a:t>MINI LLM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041CFB3-CD07-4984-B928-72962E54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1341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</a:defRPr>
            </a:pPr>
            <a:r>
              <a:rPr sz="975" b="0">
                <a:solidFill>
                  <a:srgbClr val="66788A"/>
                </a:solidFill>
              </a:rPr>
              <a:t>03</a:t>
            </a:r>
          </a:p>
        </p:txBody>
      </p:sp>
      <p:sp>
        <p:nvSpPr>
          <p:cNvPr id="5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F44F901E-4AFC-4BEE-934C-24BF49D7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77CF6"/>
                </a:solidFill>
              </a:defRPr>
            </a:pPr>
            <a:r>
              <a:rPr sz="975" b="1">
                <a:solidFill>
                  <a:srgbClr val="377CF6"/>
                </a:solidFill>
              </a:rPr>
              <a:t>KERNAUSSAGE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5D4AF1-7EDB-4213-B576-3D9DAF46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Eine klare Aussage pro Folie</a:t>
            </a:r>
          </a:p>
        </p:txBody>
      </p:sp>
      <p:sp>
        <p:nvSpPr>
          <p:cNvPr id="7" name="slide-index">
            <a:extLst xmlns:a="http://schemas.openxmlformats.org/drawingml/2006/main">
              <a:ext uri="{FF2B5EF4-FFF2-40B4-BE49-F238E27FC236}">
                <a16:creationId xmlns:a16="http://schemas.microsoft.com/office/drawing/2014/main" id="{ACA8DAD1-350D-459D-96E5-53FD2BF1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9048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</a:defRPr>
            </a:pPr>
            <a:r>
              <a:rPr sz="975" b="0">
                <a:solidFill>
                  <a:srgbClr val="66788A"/>
                </a:solidFill>
              </a:rPr>
              <a:t>02</a:t>
            </a:r>
          </a:p>
        </p:txBody>
      </p:sp>
      <p:sp>
        <p:nvSpPr>
          <p:cNvPr id="8" name="lead-frame">
            <a:extLst xmlns:a="http://schemas.openxmlformats.org/drawingml/2006/main">
              <a:ext uri="{FF2B5EF4-FFF2-40B4-BE49-F238E27FC236}">
                <a16:creationId xmlns:a16="http://schemas.microsoft.com/office/drawing/2014/main" id="{4D6CF02B-D6E1-4F9F-BF3D-69F3BBCB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572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8E5FF"/>
            </a:solidFill>
            <a:prstDash val="solid"/>
          </a:ln>
        </p:spPr>
      </p:sp>
      <p:sp>
        <p:nvSpPr>
          <p:cNvPr id="9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7E5A4AE8-540D-4AF0-9914-789CD91B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526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4AF53022-49B7-433E-9EE7-348D0BB9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658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24A"/>
                </a:solidFill>
              </a:defRPr>
            </a:pPr>
            <a:r>
              <a:rPr sz="1725" b="1">
                <a:solidFill>
                  <a:srgbClr val="18324A"/>
                </a:solidFill>
              </a:rPr>
              <a:t>Inhalt 1</a:t>
            </a:r>
          </a:p>
        </p:txBody>
      </p:sp>
      <p:sp>
        <p:nvSpPr>
          <p:cNvPr id="11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5FC439A4-9F61-478A-9F77-91C5AE0C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12" name="bullet-2">
            <a:extLst xmlns:a="http://schemas.openxmlformats.org/drawingml/2006/main">
              <a:ext uri="{FF2B5EF4-FFF2-40B4-BE49-F238E27FC236}">
                <a16:creationId xmlns:a16="http://schemas.microsoft.com/office/drawing/2014/main" id="{0015DEDD-408D-4A70-86A4-A699FED4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71825"/>
            <a:ext cx="9829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24A"/>
                </a:solidFill>
              </a:defRPr>
            </a:pPr>
            <a:r>
              <a:rPr sz="1575" b="0">
                <a:solidFill>
                  <a:srgbClr val="18324A"/>
                </a:solidFill>
              </a:rPr>
              <a:t>Inhalt 2</a:t>
            </a:r>
          </a:p>
        </p:txBody>
      </p:sp>
      <p:sp>
        <p:nvSpPr>
          <p:cNvPr id="13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1D57F4EF-F727-471D-A1F0-34C3F8AE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14" name="bullet-3">
            <a:extLst xmlns:a="http://schemas.openxmlformats.org/drawingml/2006/main">
              <a:ext uri="{FF2B5EF4-FFF2-40B4-BE49-F238E27FC236}">
                <a16:creationId xmlns:a16="http://schemas.microsoft.com/office/drawing/2014/main" id="{290D5878-FD3D-4107-A873-02D1154F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14775"/>
            <a:ext cx="9829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24A"/>
                </a:solidFill>
              </a:defRPr>
            </a:pPr>
            <a:r>
              <a:rPr sz="1575" b="0">
                <a:solidFill>
                  <a:srgbClr val="18324A"/>
                </a:solidFill>
              </a:rPr>
              <a:t>Inhalt 3</a:t>
            </a:r>
          </a:p>
        </p:txBody>
      </p:sp>
      <p:sp>
        <p:nvSpPr>
          <p:cNvPr id="15" name="bullet-dot-4">
            <a:extLst xmlns:a="http://schemas.openxmlformats.org/drawingml/2006/main">
              <a:ext uri="{FF2B5EF4-FFF2-40B4-BE49-F238E27FC236}">
                <a16:creationId xmlns:a16="http://schemas.microsoft.com/office/drawing/2014/main" id="{9C897439-F8F4-4456-A457-2DA085EA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965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16" name="bullet-4">
            <a:extLst xmlns:a="http://schemas.openxmlformats.org/drawingml/2006/main">
              <a:ext uri="{FF2B5EF4-FFF2-40B4-BE49-F238E27FC236}">
                <a16:creationId xmlns:a16="http://schemas.microsoft.com/office/drawing/2014/main" id="{8DB3EB86-19CE-4562-8E03-0E3F3940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57725"/>
            <a:ext cx="9829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24A"/>
                </a:solidFill>
              </a:defRPr>
            </a:pPr>
            <a:r>
              <a:rPr sz="1575" b="0">
                <a:solidFill>
                  <a:srgbClr val="18324A"/>
                </a:solidFill>
              </a:rPr>
              <a:t>Inhalt 4</a:t>
            </a:r>
          </a:p>
        </p:txBody>
      </p:sp>
      <p:sp>
        <p:nvSpPr>
          <p:cNvPr id="17" name="bullet-dot-5">
            <a:extLst xmlns:a="http://schemas.openxmlformats.org/drawingml/2006/main">
              <a:ext uri="{FF2B5EF4-FFF2-40B4-BE49-F238E27FC236}">
                <a16:creationId xmlns:a16="http://schemas.microsoft.com/office/drawing/2014/main" id="{56852858-3312-46AB-96AC-7C4F3461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18" name="bullet-5">
            <a:extLst xmlns:a="http://schemas.openxmlformats.org/drawingml/2006/main">
              <a:ext uri="{FF2B5EF4-FFF2-40B4-BE49-F238E27FC236}">
                <a16:creationId xmlns:a16="http://schemas.microsoft.com/office/drawing/2014/main" id="{6F9D4683-F023-4383-8741-8991B287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00675"/>
            <a:ext cx="9829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24A"/>
                </a:solidFill>
              </a:defRPr>
            </a:pPr>
            <a:r>
              <a:rPr sz="1575" b="0">
                <a:solidFill>
                  <a:srgbClr val="18324A"/>
                </a:solidFill>
              </a:rPr>
              <a:t>Inhalt 5</a:t>
            </a:r>
          </a:p>
        </p:txBody>
      </p:sp>
    </p:spTree>
    <p:extLst>
      <p:ext uri="{BB962C8B-B14F-4D97-AF65-F5344CB8AC3E}">
        <p14:creationId xmlns:p14="http://schemas.microsoft.com/office/powerpoint/2010/main" val="15260308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minimal-frame">
            <a:extLst xmlns:a="http://schemas.openxmlformats.org/drawingml/2006/main">
              <a:ext uri="{FF2B5EF4-FFF2-40B4-BE49-F238E27FC236}">
                <a16:creationId xmlns:a16="http://schemas.microsoft.com/office/drawing/2014/main" id="{B15E988C-8E99-4613-9A45-4E84CC90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oundRect">
            <a:avLst>
              <a:gd name="adj" fmla="val 18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9E4"/>
            </a:solidFill>
            <a:prstDash val="solid"/>
          </a:ln>
        </p:spPr>
      </p:sp>
      <p:sp>
        <p:nvSpPr>
          <p:cNvPr id="2" name="accent-line">
            <a:extLst xmlns:a="http://schemas.openxmlformats.org/drawingml/2006/main">
              <a:ext uri="{FF2B5EF4-FFF2-40B4-BE49-F238E27FC236}">
                <a16:creationId xmlns:a16="http://schemas.microsoft.com/office/drawing/2014/main" id="{387BF781-AADF-4755-94E8-51D4A849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9525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3" name="brand-label">
            <a:extLst xmlns:a="http://schemas.openxmlformats.org/drawingml/2006/main">
              <a:ext uri="{FF2B5EF4-FFF2-40B4-BE49-F238E27FC236}">
                <a16:creationId xmlns:a16="http://schemas.microsoft.com/office/drawing/2014/main" id="{459F253D-2ECF-4994-A3A8-44DA6B42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77CF6"/>
                </a:solidFill>
              </a:defRPr>
            </a:pPr>
            <a:r>
              <a:rPr sz="975" b="1">
                <a:solidFill>
                  <a:srgbClr val="377CF6"/>
                </a:solidFill>
              </a:rPr>
              <a:t>MINI LLM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F546EA6-25CA-4BEF-8B9C-166009FD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1341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</a:defRPr>
            </a:pPr>
            <a:r>
              <a:rPr sz="975" b="0">
                <a:solidFill>
                  <a:srgbClr val="66788A"/>
                </a:solidFill>
              </a:rPr>
              <a:t>04</a:t>
            </a:r>
          </a:p>
        </p:txBody>
      </p:sp>
      <p:sp>
        <p:nvSpPr>
          <p:cNvPr id="5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40E7AE47-8EB2-4B40-83F0-802101BD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77CF6"/>
                </a:solidFill>
              </a:defRPr>
            </a:pPr>
            <a:r>
              <a:rPr sz="975" b="1">
                <a:solidFill>
                  <a:srgbClr val="377CF6"/>
                </a:solidFill>
              </a:rPr>
              <a:t>KERNAUSSAGE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25A7821-8B6C-41BC-B8AD-63D68905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Eine klare Aussage pro Folie</a:t>
            </a:r>
          </a:p>
        </p:txBody>
      </p:sp>
      <p:sp>
        <p:nvSpPr>
          <p:cNvPr id="7" name="slide-index">
            <a:extLst xmlns:a="http://schemas.openxmlformats.org/drawingml/2006/main">
              <a:ext uri="{FF2B5EF4-FFF2-40B4-BE49-F238E27FC236}">
                <a16:creationId xmlns:a16="http://schemas.microsoft.com/office/drawing/2014/main" id="{BF53D76D-3B79-411F-922D-60AD6530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9048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</a:defRPr>
            </a:pPr>
            <a:r>
              <a:rPr sz="975" b="0">
                <a:solidFill>
                  <a:srgbClr val="66788A"/>
                </a:solidFill>
              </a:rPr>
              <a:t>03</a:t>
            </a:r>
          </a:p>
        </p:txBody>
      </p:sp>
      <p:sp>
        <p:nvSpPr>
          <p:cNvPr id="8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28C63C02-8555-4DA9-969C-17CDE783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764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9" name="bullet-1">
            <a:extLst xmlns:a="http://schemas.openxmlformats.org/drawingml/2006/main">
              <a:ext uri="{FF2B5EF4-FFF2-40B4-BE49-F238E27FC236}">
                <a16:creationId xmlns:a16="http://schemas.microsoft.com/office/drawing/2014/main" id="{86458388-3CB9-41CC-A991-D6BEF743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14550"/>
            <a:ext cx="9829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24A"/>
                </a:solidFill>
              </a:defRPr>
            </a:pPr>
            <a:r>
              <a:rPr sz="1575" b="0">
                <a:solidFill>
                  <a:srgbClr val="18324A"/>
                </a:solidFill>
              </a:rPr>
              <a:t>Inhalt 1</a:t>
            </a:r>
          </a:p>
        </p:txBody>
      </p:sp>
      <p:sp>
        <p:nvSpPr>
          <p:cNvPr id="10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26B9A1B0-5B07-45C4-8A0D-68133DC2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384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11" name="bullet-2">
            <a:extLst xmlns:a="http://schemas.openxmlformats.org/drawingml/2006/main">
              <a:ext uri="{FF2B5EF4-FFF2-40B4-BE49-F238E27FC236}">
                <a16:creationId xmlns:a16="http://schemas.microsoft.com/office/drawing/2014/main" id="{FEB20B97-A771-40AF-8A90-680903E1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76550"/>
            <a:ext cx="9829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24A"/>
                </a:solidFill>
              </a:defRPr>
            </a:pPr>
            <a:r>
              <a:rPr sz="1575" b="0">
                <a:solidFill>
                  <a:srgbClr val="18324A"/>
                </a:solidFill>
              </a:rPr>
              <a:t>Inhalt 2</a:t>
            </a:r>
          </a:p>
        </p:txBody>
      </p:sp>
      <p:sp>
        <p:nvSpPr>
          <p:cNvPr id="12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93541EB5-8976-40D0-87B9-9BAAFFBA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004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13" name="bullet-3">
            <a:extLst xmlns:a="http://schemas.openxmlformats.org/drawingml/2006/main">
              <a:ext uri="{FF2B5EF4-FFF2-40B4-BE49-F238E27FC236}">
                <a16:creationId xmlns:a16="http://schemas.microsoft.com/office/drawing/2014/main" id="{75455B40-3920-4206-A1BD-8132E61D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9829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24A"/>
                </a:solidFill>
              </a:defRPr>
            </a:pPr>
            <a:r>
              <a:rPr sz="1575" b="0">
                <a:solidFill>
                  <a:srgbClr val="18324A"/>
                </a:solidFill>
              </a:rPr>
              <a:t>Inhalt 3</a:t>
            </a:r>
          </a:p>
        </p:txBody>
      </p:sp>
      <p:sp>
        <p:nvSpPr>
          <p:cNvPr id="14" name="bullet-dot-4">
            <a:extLst xmlns:a="http://schemas.openxmlformats.org/drawingml/2006/main">
              <a:ext uri="{FF2B5EF4-FFF2-40B4-BE49-F238E27FC236}">
                <a16:creationId xmlns:a16="http://schemas.microsoft.com/office/drawing/2014/main" id="{602C12B3-37BE-4A5A-8321-DC890E09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624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15" name="bullet-4">
            <a:extLst xmlns:a="http://schemas.openxmlformats.org/drawingml/2006/main">
              <a:ext uri="{FF2B5EF4-FFF2-40B4-BE49-F238E27FC236}">
                <a16:creationId xmlns:a16="http://schemas.microsoft.com/office/drawing/2014/main" id="{149A157A-2F1A-4569-9344-1A4063D4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00550"/>
            <a:ext cx="9829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24A"/>
                </a:solidFill>
              </a:defRPr>
            </a:pPr>
            <a:r>
              <a:rPr sz="1575" b="0">
                <a:solidFill>
                  <a:srgbClr val="18324A"/>
                </a:solidFill>
              </a:rPr>
              <a:t>Inhalt 4</a:t>
            </a:r>
          </a:p>
        </p:txBody>
      </p:sp>
      <p:sp>
        <p:nvSpPr>
          <p:cNvPr id="16" name="bullet-dot-5">
            <a:extLst xmlns:a="http://schemas.openxmlformats.org/drawingml/2006/main">
              <a:ext uri="{FF2B5EF4-FFF2-40B4-BE49-F238E27FC236}">
                <a16:creationId xmlns:a16="http://schemas.microsoft.com/office/drawing/2014/main" id="{BF0589AD-DE5A-49B9-9771-B1FDB69C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244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17" name="bullet-5">
            <a:extLst xmlns:a="http://schemas.openxmlformats.org/drawingml/2006/main">
              <a:ext uri="{FF2B5EF4-FFF2-40B4-BE49-F238E27FC236}">
                <a16:creationId xmlns:a16="http://schemas.microsoft.com/office/drawing/2014/main" id="{144830EB-D10F-4E26-A541-F56BE25B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62550"/>
            <a:ext cx="9829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24A"/>
                </a:solidFill>
              </a:defRPr>
            </a:pPr>
            <a:r>
              <a:rPr sz="1575" b="0">
                <a:solidFill>
                  <a:srgbClr val="18324A"/>
                </a:solidFill>
              </a:rPr>
              <a:t>Inhalt 5</a:t>
            </a:r>
          </a:p>
        </p:txBody>
      </p:sp>
    </p:spTree>
    <p:extLst>
      <p:ext uri="{BB962C8B-B14F-4D97-AF65-F5344CB8AC3E}">
        <p14:creationId xmlns:p14="http://schemas.microsoft.com/office/powerpoint/2010/main" val="1731752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minimal-frame">
            <a:extLst xmlns:a="http://schemas.openxmlformats.org/drawingml/2006/main">
              <a:ext uri="{FF2B5EF4-FFF2-40B4-BE49-F238E27FC236}">
                <a16:creationId xmlns:a16="http://schemas.microsoft.com/office/drawing/2014/main" id="{C1E7DDF7-EA89-44D5-9216-745D216D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oundRect">
            <a:avLst>
              <a:gd name="adj" fmla="val 18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9E4"/>
            </a:solidFill>
            <a:prstDash val="solid"/>
          </a:ln>
        </p:spPr>
      </p:sp>
      <p:sp>
        <p:nvSpPr>
          <p:cNvPr id="2" name="accent-line">
            <a:extLst xmlns:a="http://schemas.openxmlformats.org/drawingml/2006/main">
              <a:ext uri="{FF2B5EF4-FFF2-40B4-BE49-F238E27FC236}">
                <a16:creationId xmlns:a16="http://schemas.microsoft.com/office/drawing/2014/main" id="{44419102-2F64-468F-BD92-0EEDBDB3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9525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3" name="brand-label">
            <a:extLst xmlns:a="http://schemas.openxmlformats.org/drawingml/2006/main">
              <a:ext uri="{FF2B5EF4-FFF2-40B4-BE49-F238E27FC236}">
                <a16:creationId xmlns:a16="http://schemas.microsoft.com/office/drawing/2014/main" id="{D42F13EB-9739-4E41-8CF1-D5254163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77CF6"/>
                </a:solidFill>
              </a:defRPr>
            </a:pPr>
            <a:r>
              <a:rPr sz="975" b="1">
                <a:solidFill>
                  <a:srgbClr val="377CF6"/>
                </a:solidFill>
              </a:rPr>
              <a:t>MINI LLM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DF38AC3-D448-4A3C-80B5-A75BB48F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1341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</a:defRPr>
            </a:pPr>
            <a:r>
              <a:rPr sz="975" b="0">
                <a:solidFill>
                  <a:srgbClr val="66788A"/>
                </a:solidFill>
              </a:rPr>
              <a:t>05</a:t>
            </a:r>
          </a:p>
        </p:txBody>
      </p:sp>
      <p:sp>
        <p:nvSpPr>
          <p:cNvPr id="5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46D9FAB6-9D70-4446-8008-012C567E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77CF6"/>
                </a:solidFill>
              </a:defRPr>
            </a:pPr>
            <a:r>
              <a:rPr sz="975" b="1">
                <a:solidFill>
                  <a:srgbClr val="377CF6"/>
                </a:solidFill>
              </a:rPr>
              <a:t>KERNAUSSAGE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442072B-76D1-4E59-A508-9A47FB3F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Eine klare Aussage pro Folie</a:t>
            </a:r>
          </a:p>
        </p:txBody>
      </p:sp>
      <p:sp>
        <p:nvSpPr>
          <p:cNvPr id="7" name="slide-index">
            <a:extLst xmlns:a="http://schemas.openxmlformats.org/drawingml/2006/main">
              <a:ext uri="{FF2B5EF4-FFF2-40B4-BE49-F238E27FC236}">
                <a16:creationId xmlns:a16="http://schemas.microsoft.com/office/drawing/2014/main" id="{6A17FF87-EDE4-42A4-8418-32E237E2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9048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</a:defRPr>
            </a:pPr>
            <a:r>
              <a:rPr sz="975" b="0">
                <a:solidFill>
                  <a:srgbClr val="66788A"/>
                </a:solidFill>
              </a:rPr>
              <a:t>04</a:t>
            </a:r>
          </a:p>
        </p:txBody>
      </p:sp>
      <p:sp>
        <p:nvSpPr>
          <p:cNvPr id="8" name="lead-frame">
            <a:extLst xmlns:a="http://schemas.openxmlformats.org/drawingml/2006/main">
              <a:ext uri="{FF2B5EF4-FFF2-40B4-BE49-F238E27FC236}">
                <a16:creationId xmlns:a16="http://schemas.microsoft.com/office/drawing/2014/main" id="{7097F0D4-2EB4-4A52-871A-2F748FD3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572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8E5FF"/>
            </a:solidFill>
            <a:prstDash val="solid"/>
          </a:ln>
        </p:spPr>
      </p:sp>
      <p:sp>
        <p:nvSpPr>
          <p:cNvPr id="9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3627FABF-CEFC-4C1F-92DF-33908B53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526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78E5E88B-F42E-476F-9D3E-63730ECD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658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24A"/>
                </a:solidFill>
              </a:defRPr>
            </a:pPr>
            <a:r>
              <a:rPr sz="1725" b="1">
                <a:solidFill>
                  <a:srgbClr val="18324A"/>
                </a:solidFill>
              </a:rPr>
              <a:t>Inhalt 1</a:t>
            </a:r>
          </a:p>
        </p:txBody>
      </p:sp>
      <p:sp>
        <p:nvSpPr>
          <p:cNvPr id="11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3C54B9A8-16E5-46E0-B05C-3D389BF8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12" name="bullet-2">
            <a:extLst xmlns:a="http://schemas.openxmlformats.org/drawingml/2006/main">
              <a:ext uri="{FF2B5EF4-FFF2-40B4-BE49-F238E27FC236}">
                <a16:creationId xmlns:a16="http://schemas.microsoft.com/office/drawing/2014/main" id="{4189FBDC-5765-4661-ADE4-BF29D697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71825"/>
            <a:ext cx="9829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24A"/>
                </a:solidFill>
              </a:defRPr>
            </a:pPr>
            <a:r>
              <a:rPr sz="1575" b="0">
                <a:solidFill>
                  <a:srgbClr val="18324A"/>
                </a:solidFill>
              </a:rPr>
              <a:t>Inhalt 2</a:t>
            </a:r>
          </a:p>
        </p:txBody>
      </p:sp>
      <p:sp>
        <p:nvSpPr>
          <p:cNvPr id="13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E6DB039A-24B1-46EB-B632-B925D0F1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14" name="bullet-3">
            <a:extLst xmlns:a="http://schemas.openxmlformats.org/drawingml/2006/main">
              <a:ext uri="{FF2B5EF4-FFF2-40B4-BE49-F238E27FC236}">
                <a16:creationId xmlns:a16="http://schemas.microsoft.com/office/drawing/2014/main" id="{516C9513-68FB-4B6F-81BE-7EB8C02C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14775"/>
            <a:ext cx="9829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24A"/>
                </a:solidFill>
              </a:defRPr>
            </a:pPr>
            <a:r>
              <a:rPr sz="1575" b="0">
                <a:solidFill>
                  <a:srgbClr val="18324A"/>
                </a:solidFill>
              </a:rPr>
              <a:t>Inhalt 3</a:t>
            </a:r>
          </a:p>
        </p:txBody>
      </p:sp>
      <p:sp>
        <p:nvSpPr>
          <p:cNvPr id="15" name="bullet-dot-4">
            <a:extLst xmlns:a="http://schemas.openxmlformats.org/drawingml/2006/main">
              <a:ext uri="{FF2B5EF4-FFF2-40B4-BE49-F238E27FC236}">
                <a16:creationId xmlns:a16="http://schemas.microsoft.com/office/drawing/2014/main" id="{6CE50DCE-2668-4BD0-A1AD-B950E454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965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16" name="bullet-4">
            <a:extLst xmlns:a="http://schemas.openxmlformats.org/drawingml/2006/main">
              <a:ext uri="{FF2B5EF4-FFF2-40B4-BE49-F238E27FC236}">
                <a16:creationId xmlns:a16="http://schemas.microsoft.com/office/drawing/2014/main" id="{4998CC1D-08B4-44EA-B7C2-3188727E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57725"/>
            <a:ext cx="9829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24A"/>
                </a:solidFill>
              </a:defRPr>
            </a:pPr>
            <a:r>
              <a:rPr sz="1575" b="0">
                <a:solidFill>
                  <a:srgbClr val="18324A"/>
                </a:solidFill>
              </a:rPr>
              <a:t>Inhalt 4</a:t>
            </a:r>
          </a:p>
        </p:txBody>
      </p:sp>
      <p:sp>
        <p:nvSpPr>
          <p:cNvPr id="17" name="bullet-dot-5">
            <a:extLst xmlns:a="http://schemas.openxmlformats.org/drawingml/2006/main">
              <a:ext uri="{FF2B5EF4-FFF2-40B4-BE49-F238E27FC236}">
                <a16:creationId xmlns:a16="http://schemas.microsoft.com/office/drawing/2014/main" id="{15B3AD95-16DB-4D5B-A72F-0810CAE0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18" name="bullet-5">
            <a:extLst xmlns:a="http://schemas.openxmlformats.org/drawingml/2006/main">
              <a:ext uri="{FF2B5EF4-FFF2-40B4-BE49-F238E27FC236}">
                <a16:creationId xmlns:a16="http://schemas.microsoft.com/office/drawing/2014/main" id="{94922738-59CC-4526-87B1-A59FB449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00675"/>
            <a:ext cx="9829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24A"/>
                </a:solidFill>
              </a:defRPr>
            </a:pPr>
            <a:r>
              <a:rPr sz="1575" b="0">
                <a:solidFill>
                  <a:srgbClr val="18324A"/>
                </a:solidFill>
              </a:rPr>
              <a:t>Inhalt 5</a:t>
            </a:r>
          </a:p>
        </p:txBody>
      </p:sp>
    </p:spTree>
    <p:extLst>
      <p:ext uri="{BB962C8B-B14F-4D97-AF65-F5344CB8AC3E}">
        <p14:creationId xmlns:p14="http://schemas.microsoft.com/office/powerpoint/2010/main" val="20216366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minimal-frame">
            <a:extLst xmlns:a="http://schemas.openxmlformats.org/drawingml/2006/main">
              <a:ext uri="{FF2B5EF4-FFF2-40B4-BE49-F238E27FC236}">
                <a16:creationId xmlns:a16="http://schemas.microsoft.com/office/drawing/2014/main" id="{A4DA7123-3C92-412C-A22F-CD9985D9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oundRect">
            <a:avLst>
              <a:gd name="adj" fmla="val 18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9E4"/>
            </a:solidFill>
            <a:prstDash val="solid"/>
          </a:ln>
        </p:spPr>
      </p:sp>
      <p:sp>
        <p:nvSpPr>
          <p:cNvPr id="2" name="accent-line">
            <a:extLst xmlns:a="http://schemas.openxmlformats.org/drawingml/2006/main">
              <a:ext uri="{FF2B5EF4-FFF2-40B4-BE49-F238E27FC236}">
                <a16:creationId xmlns:a16="http://schemas.microsoft.com/office/drawing/2014/main" id="{644D0377-34AF-4C36-AF25-315A23E1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9525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3" name="brand-label">
            <a:extLst xmlns:a="http://schemas.openxmlformats.org/drawingml/2006/main">
              <a:ext uri="{FF2B5EF4-FFF2-40B4-BE49-F238E27FC236}">
                <a16:creationId xmlns:a16="http://schemas.microsoft.com/office/drawing/2014/main" id="{22C3FC42-D49B-47D9-B911-6A43109E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77CF6"/>
                </a:solidFill>
              </a:defRPr>
            </a:pPr>
            <a:r>
              <a:rPr sz="975" b="1">
                <a:solidFill>
                  <a:srgbClr val="377CF6"/>
                </a:solidFill>
              </a:rPr>
              <a:t>MINI LLM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23B3AA0-B831-4528-A68A-D0A5E00C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1341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</a:defRPr>
            </a:pPr>
            <a:r>
              <a:rPr sz="975" b="0">
                <a:solidFill>
                  <a:srgbClr val="66788A"/>
                </a:solidFill>
              </a:rPr>
              <a:t>06</a:t>
            </a:r>
          </a:p>
        </p:txBody>
      </p:sp>
      <p:sp>
        <p:nvSpPr>
          <p:cNvPr id="5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104017F4-BD22-4D6B-AE4E-53D1CAA5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77CF6"/>
                </a:solidFill>
              </a:defRPr>
            </a:pPr>
            <a:r>
              <a:rPr sz="975" b="1">
                <a:solidFill>
                  <a:srgbClr val="377CF6"/>
                </a:solidFill>
              </a:rPr>
              <a:t>KERNAUSSAGE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321E29-5B86-45A4-8C1E-1CCF3520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Eine klare Aussage pro Folie</a:t>
            </a:r>
          </a:p>
        </p:txBody>
      </p:sp>
      <p:sp>
        <p:nvSpPr>
          <p:cNvPr id="7" name="slide-index">
            <a:extLst xmlns:a="http://schemas.openxmlformats.org/drawingml/2006/main">
              <a:ext uri="{FF2B5EF4-FFF2-40B4-BE49-F238E27FC236}">
                <a16:creationId xmlns:a16="http://schemas.microsoft.com/office/drawing/2014/main" id="{D7579EA2-5753-4555-B2D8-D57D31DB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9048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</a:defRPr>
            </a:pPr>
            <a:r>
              <a:rPr sz="975" b="0">
                <a:solidFill>
                  <a:srgbClr val="66788A"/>
                </a:solidFill>
              </a:rPr>
              <a:t>05</a:t>
            </a:r>
          </a:p>
        </p:txBody>
      </p:sp>
      <p:sp>
        <p:nvSpPr>
          <p:cNvPr id="8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8E8A28A0-55B0-4F82-94F6-5849C3CD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764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9" name="bullet-1">
            <a:extLst xmlns:a="http://schemas.openxmlformats.org/drawingml/2006/main">
              <a:ext uri="{FF2B5EF4-FFF2-40B4-BE49-F238E27FC236}">
                <a16:creationId xmlns:a16="http://schemas.microsoft.com/office/drawing/2014/main" id="{FF1CEB02-385A-412F-9789-13BB68D7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14550"/>
            <a:ext cx="9829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24A"/>
                </a:solidFill>
              </a:defRPr>
            </a:pPr>
            <a:r>
              <a:rPr sz="1575" b="0">
                <a:solidFill>
                  <a:srgbClr val="18324A"/>
                </a:solidFill>
              </a:rPr>
              <a:t>Inhalt 1</a:t>
            </a:r>
          </a:p>
        </p:txBody>
      </p:sp>
      <p:sp>
        <p:nvSpPr>
          <p:cNvPr id="10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6909DB5A-D8AE-444D-B1EA-7C703F6C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384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11" name="bullet-2">
            <a:extLst xmlns:a="http://schemas.openxmlformats.org/drawingml/2006/main">
              <a:ext uri="{FF2B5EF4-FFF2-40B4-BE49-F238E27FC236}">
                <a16:creationId xmlns:a16="http://schemas.microsoft.com/office/drawing/2014/main" id="{4A90C7AB-ED1D-459E-9465-489BF3E2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76550"/>
            <a:ext cx="9829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24A"/>
                </a:solidFill>
              </a:defRPr>
            </a:pPr>
            <a:r>
              <a:rPr sz="1575" b="0">
                <a:solidFill>
                  <a:srgbClr val="18324A"/>
                </a:solidFill>
              </a:rPr>
              <a:t>Inhalt 2</a:t>
            </a:r>
          </a:p>
        </p:txBody>
      </p:sp>
      <p:sp>
        <p:nvSpPr>
          <p:cNvPr id="12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5E463367-7938-49E2-B224-607CA932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004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13" name="bullet-3">
            <a:extLst xmlns:a="http://schemas.openxmlformats.org/drawingml/2006/main">
              <a:ext uri="{FF2B5EF4-FFF2-40B4-BE49-F238E27FC236}">
                <a16:creationId xmlns:a16="http://schemas.microsoft.com/office/drawing/2014/main" id="{AAA71B47-E229-4905-9BDC-B06F0359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9829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24A"/>
                </a:solidFill>
              </a:defRPr>
            </a:pPr>
            <a:r>
              <a:rPr sz="1575" b="0">
                <a:solidFill>
                  <a:srgbClr val="18324A"/>
                </a:solidFill>
              </a:rPr>
              <a:t>Inhalt 3</a:t>
            </a:r>
          </a:p>
        </p:txBody>
      </p:sp>
      <p:sp>
        <p:nvSpPr>
          <p:cNvPr id="14" name="bullet-dot-4">
            <a:extLst xmlns:a="http://schemas.openxmlformats.org/drawingml/2006/main">
              <a:ext uri="{FF2B5EF4-FFF2-40B4-BE49-F238E27FC236}">
                <a16:creationId xmlns:a16="http://schemas.microsoft.com/office/drawing/2014/main" id="{41E00E20-EC2F-4A19-9D03-0D99C3F3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624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15" name="bullet-4">
            <a:extLst xmlns:a="http://schemas.openxmlformats.org/drawingml/2006/main">
              <a:ext uri="{FF2B5EF4-FFF2-40B4-BE49-F238E27FC236}">
                <a16:creationId xmlns:a16="http://schemas.microsoft.com/office/drawing/2014/main" id="{DA8E2213-77FF-4AED-AE88-2FB7DB68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00550"/>
            <a:ext cx="9829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24A"/>
                </a:solidFill>
              </a:defRPr>
            </a:pPr>
            <a:r>
              <a:rPr sz="1575" b="0">
                <a:solidFill>
                  <a:srgbClr val="18324A"/>
                </a:solidFill>
              </a:rPr>
              <a:t>Inhalt 4</a:t>
            </a:r>
          </a:p>
        </p:txBody>
      </p:sp>
      <p:sp>
        <p:nvSpPr>
          <p:cNvPr id="16" name="bullet-dot-5">
            <a:extLst xmlns:a="http://schemas.openxmlformats.org/drawingml/2006/main">
              <a:ext uri="{FF2B5EF4-FFF2-40B4-BE49-F238E27FC236}">
                <a16:creationId xmlns:a16="http://schemas.microsoft.com/office/drawing/2014/main" id="{638DDC8F-3A09-42FC-AB71-75EEA31F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244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17" name="bullet-5">
            <a:extLst xmlns:a="http://schemas.openxmlformats.org/drawingml/2006/main">
              <a:ext uri="{FF2B5EF4-FFF2-40B4-BE49-F238E27FC236}">
                <a16:creationId xmlns:a16="http://schemas.microsoft.com/office/drawing/2014/main" id="{2406090F-5D7A-4184-8CD5-051B76B7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62550"/>
            <a:ext cx="9829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24A"/>
                </a:solidFill>
              </a:defRPr>
            </a:pPr>
            <a:r>
              <a:rPr sz="1575" b="0">
                <a:solidFill>
                  <a:srgbClr val="18324A"/>
                </a:solidFill>
              </a:rPr>
              <a:t>Inhalt 5</a:t>
            </a:r>
          </a:p>
        </p:txBody>
      </p:sp>
    </p:spTree>
    <p:extLst>
      <p:ext uri="{BB962C8B-B14F-4D97-AF65-F5344CB8AC3E}">
        <p14:creationId xmlns:p14="http://schemas.microsoft.com/office/powerpoint/2010/main" val="4386469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minimal-frame">
            <a:extLst xmlns:a="http://schemas.openxmlformats.org/drawingml/2006/main">
              <a:ext uri="{FF2B5EF4-FFF2-40B4-BE49-F238E27FC236}">
                <a16:creationId xmlns:a16="http://schemas.microsoft.com/office/drawing/2014/main" id="{98BA1B66-3152-425C-8910-D9BE5F9F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oundRect">
            <a:avLst>
              <a:gd name="adj" fmla="val 18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9E4"/>
            </a:solidFill>
            <a:prstDash val="solid"/>
          </a:ln>
        </p:spPr>
      </p:sp>
      <p:sp>
        <p:nvSpPr>
          <p:cNvPr id="2" name="accent-line">
            <a:extLst xmlns:a="http://schemas.openxmlformats.org/drawingml/2006/main">
              <a:ext uri="{FF2B5EF4-FFF2-40B4-BE49-F238E27FC236}">
                <a16:creationId xmlns:a16="http://schemas.microsoft.com/office/drawing/2014/main" id="{EDDD2317-F0AA-45ED-93D6-68A61D83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9525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3" name="brand-label">
            <a:extLst xmlns:a="http://schemas.openxmlformats.org/drawingml/2006/main">
              <a:ext uri="{FF2B5EF4-FFF2-40B4-BE49-F238E27FC236}">
                <a16:creationId xmlns:a16="http://schemas.microsoft.com/office/drawing/2014/main" id="{B5788D23-434B-434A-9D80-734D9261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77CF6"/>
                </a:solidFill>
              </a:defRPr>
            </a:pPr>
            <a:r>
              <a:rPr sz="975" b="1">
                <a:solidFill>
                  <a:srgbClr val="377CF6"/>
                </a:solidFill>
              </a:rPr>
              <a:t>MINI LLM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B031BDF-50B6-4D4C-BA81-0202B625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1341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</a:defRPr>
            </a:pPr>
            <a:r>
              <a:rPr sz="975" b="0">
                <a:solidFill>
                  <a:srgbClr val="66788A"/>
                </a:solidFill>
              </a:rPr>
              <a:t>07</a:t>
            </a:r>
          </a:p>
        </p:txBody>
      </p:sp>
      <p:sp>
        <p:nvSpPr>
          <p:cNvPr id="5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7004ED8D-3EB8-4CAC-A0D6-0AF3CC69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77CF6"/>
                </a:solidFill>
              </a:defRPr>
            </a:pPr>
            <a:r>
              <a:rPr sz="975" b="1">
                <a:solidFill>
                  <a:srgbClr val="377CF6"/>
                </a:solidFill>
              </a:rPr>
              <a:t>KERNAUSSAGE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08F046-2CC6-44D7-9677-7869EDAC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Eine klare Aussage pro Folie</a:t>
            </a:r>
          </a:p>
        </p:txBody>
      </p:sp>
      <p:sp>
        <p:nvSpPr>
          <p:cNvPr id="7" name="slide-index">
            <a:extLst xmlns:a="http://schemas.openxmlformats.org/drawingml/2006/main">
              <a:ext uri="{FF2B5EF4-FFF2-40B4-BE49-F238E27FC236}">
                <a16:creationId xmlns:a16="http://schemas.microsoft.com/office/drawing/2014/main" id="{5CD86DDB-B77C-4FB2-94E2-FC811494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9048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</a:defRPr>
            </a:pPr>
            <a:r>
              <a:rPr sz="975" b="0">
                <a:solidFill>
                  <a:srgbClr val="66788A"/>
                </a:solidFill>
              </a:rPr>
              <a:t>06</a:t>
            </a:r>
          </a:p>
        </p:txBody>
      </p:sp>
      <p:sp>
        <p:nvSpPr>
          <p:cNvPr id="8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9AF07BF4-736B-4F99-8F4A-C30418B5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764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9" name="bullet-1">
            <a:extLst xmlns:a="http://schemas.openxmlformats.org/drawingml/2006/main">
              <a:ext uri="{FF2B5EF4-FFF2-40B4-BE49-F238E27FC236}">
                <a16:creationId xmlns:a16="http://schemas.microsoft.com/office/drawing/2014/main" id="{7578A8D8-F1A4-4A11-BD6C-2094D477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14550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24A"/>
                </a:solidFill>
              </a:defRPr>
            </a:pPr>
            <a:r>
              <a:rPr sz="1575" b="0">
                <a:solidFill>
                  <a:srgbClr val="18324A"/>
                </a:solidFill>
              </a:rPr>
              <a:t>Inhalt 1</a:t>
            </a:r>
          </a:p>
        </p:txBody>
      </p:sp>
      <p:sp>
        <p:nvSpPr>
          <p:cNvPr id="10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3D1E1B2F-4CA6-4FFE-8EE8-DFFA6BB7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5752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11" name="bullet-2">
            <a:extLst xmlns:a="http://schemas.openxmlformats.org/drawingml/2006/main">
              <a:ext uri="{FF2B5EF4-FFF2-40B4-BE49-F238E27FC236}">
                <a16:creationId xmlns:a16="http://schemas.microsoft.com/office/drawing/2014/main" id="{8B0410EC-0EC2-43D6-8686-25E78B3D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95600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24A"/>
                </a:solidFill>
              </a:defRPr>
            </a:pPr>
            <a:r>
              <a:rPr sz="1575" b="0">
                <a:solidFill>
                  <a:srgbClr val="18324A"/>
                </a:solidFill>
              </a:rPr>
              <a:t>Inhalt 2</a:t>
            </a:r>
          </a:p>
        </p:txBody>
      </p:sp>
      <p:sp>
        <p:nvSpPr>
          <p:cNvPr id="12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C5AD42A2-4CDF-4673-B492-7051B358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385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13" name="bullet-3">
            <a:extLst xmlns:a="http://schemas.openxmlformats.org/drawingml/2006/main">
              <a:ext uri="{FF2B5EF4-FFF2-40B4-BE49-F238E27FC236}">
                <a16:creationId xmlns:a16="http://schemas.microsoft.com/office/drawing/2014/main" id="{E96AEEA8-7B7B-4BF0-8736-1A99D03E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76650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24A"/>
                </a:solidFill>
              </a:defRPr>
            </a:pPr>
            <a:r>
              <a:rPr sz="1575" b="0">
                <a:solidFill>
                  <a:srgbClr val="18324A"/>
                </a:solidFill>
              </a:rPr>
              <a:t>Inhalt 3</a:t>
            </a:r>
          </a:p>
        </p:txBody>
      </p:sp>
      <p:sp>
        <p:nvSpPr>
          <p:cNvPr id="14" name="bullet-dot-4">
            <a:extLst xmlns:a="http://schemas.openxmlformats.org/drawingml/2006/main">
              <a:ext uri="{FF2B5EF4-FFF2-40B4-BE49-F238E27FC236}">
                <a16:creationId xmlns:a16="http://schemas.microsoft.com/office/drawing/2014/main" id="{F9E3AE2C-1569-4A97-9A76-1245B72A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962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15" name="bullet-4">
            <a:extLst xmlns:a="http://schemas.openxmlformats.org/drawingml/2006/main">
              <a:ext uri="{FF2B5EF4-FFF2-40B4-BE49-F238E27FC236}">
                <a16:creationId xmlns:a16="http://schemas.microsoft.com/office/drawing/2014/main" id="{4F2595D6-4FFC-4007-A308-D22725BF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57700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24A"/>
                </a:solidFill>
              </a:defRPr>
            </a:pPr>
            <a:r>
              <a:rPr sz="1575" b="0">
                <a:solidFill>
                  <a:srgbClr val="18324A"/>
                </a:solidFill>
              </a:rPr>
              <a:t>Inhalt 4</a:t>
            </a:r>
          </a:p>
        </p:txBody>
      </p:sp>
      <p:sp>
        <p:nvSpPr>
          <p:cNvPr id="16" name="bullet-dot-5">
            <a:extLst xmlns:a="http://schemas.openxmlformats.org/drawingml/2006/main">
              <a:ext uri="{FF2B5EF4-FFF2-40B4-BE49-F238E27FC236}">
                <a16:creationId xmlns:a16="http://schemas.microsoft.com/office/drawing/2014/main" id="{F01963FD-4940-4D3D-AA34-CFA70101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006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17" name="bullet-5">
            <a:extLst xmlns:a="http://schemas.openxmlformats.org/drawingml/2006/main">
              <a:ext uri="{FF2B5EF4-FFF2-40B4-BE49-F238E27FC236}">
                <a16:creationId xmlns:a16="http://schemas.microsoft.com/office/drawing/2014/main" id="{83FB9A5A-EFCC-4CDE-87EB-D78AE4C5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38750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24A"/>
                </a:solidFill>
              </a:defRPr>
            </a:pPr>
            <a:r>
              <a:rPr sz="1575" b="0">
                <a:solidFill>
                  <a:srgbClr val="18324A"/>
                </a:solidFill>
              </a:rPr>
              <a:t>Inhalt 5</a:t>
            </a:r>
          </a:p>
        </p:txBody>
      </p:sp>
      <p:sp>
        <p:nvSpPr>
          <p:cNvPr id="18" name="chart-frame">
            <a:extLst xmlns:a="http://schemas.openxmlformats.org/drawingml/2006/main">
              <a:ext uri="{FF2B5EF4-FFF2-40B4-BE49-F238E27FC236}">
                <a16:creationId xmlns:a16="http://schemas.microsoft.com/office/drawing/2014/main" id="{BE2C694A-6683-456A-80D5-8AFD4D51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14550"/>
            <a:ext cx="5048250" cy="33718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FD9E4"/>
            </a:solidFill>
            <a:prstDash val="solid"/>
          </a:ln>
        </p:spPr>
      </p:sp>
      <p:sp>
        <p:nvSpPr>
          <p:cNvPr id="19" name="chart-title">
            <a:extLst xmlns:a="http://schemas.openxmlformats.org/drawingml/2006/main">
              <a:ext uri="{FF2B5EF4-FFF2-40B4-BE49-F238E27FC236}">
                <a16:creationId xmlns:a16="http://schemas.microsoft.com/office/drawing/2014/main" id="{31BB55EE-BED2-4C52-BF70-828B3E0C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145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Zahlen im Überblick</a:t>
            </a:r>
          </a:p>
        </p:txBody>
      </p:sp>
      <p:sp>
        <p:nvSpPr>
          <p:cNvPr id="20" name="chart-label-1">
            <a:extLst xmlns:a="http://schemas.openxmlformats.org/drawingml/2006/main">
              <a:ext uri="{FF2B5EF4-FFF2-40B4-BE49-F238E27FC236}">
                <a16:creationId xmlns:a16="http://schemas.microsoft.com/office/drawing/2014/main" id="{B587ACA2-6E8B-497E-928F-9E05A1C0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3367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88A"/>
                </a:solidFill>
              </a:defRPr>
            </a:pPr>
            <a:r>
              <a:rPr sz="1050" b="0">
                <a:solidFill>
                  <a:srgbClr val="66788A"/>
                </a:solidFill>
              </a:rPr>
              <a:t>Wert 1</a:t>
            </a:r>
          </a:p>
        </p:txBody>
      </p:sp>
      <p:sp>
        <p:nvSpPr>
          <p:cNvPr id="21" name="chart-track-1">
            <a:extLst xmlns:a="http://schemas.openxmlformats.org/drawingml/2006/main">
              <a:ext uri="{FF2B5EF4-FFF2-40B4-BE49-F238E27FC236}">
                <a16:creationId xmlns:a16="http://schemas.microsoft.com/office/drawing/2014/main" id="{062F8BD9-8ABE-4977-B697-5C69B1B6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28925"/>
            <a:ext cx="20002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E7F1"/>
          </a:solidFill>
          <a:ln xmlns:a="http://schemas.openxmlformats.org/drawingml/2006/main" w="0">
            <a:solidFill>
              <a:srgbClr val="DEE7F1"/>
            </a:solidFill>
            <a:prstDash val="solid"/>
          </a:ln>
        </p:spPr>
      </p:sp>
      <p:sp>
        <p:nvSpPr>
          <p:cNvPr id="22" name="chart-bar-1">
            <a:extLst xmlns:a="http://schemas.openxmlformats.org/drawingml/2006/main">
              <a:ext uri="{FF2B5EF4-FFF2-40B4-BE49-F238E27FC236}">
                <a16:creationId xmlns:a16="http://schemas.microsoft.com/office/drawing/2014/main" id="{9CFAC51C-CF31-4470-9A60-D6FFD36F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28925"/>
            <a:ext cx="1333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23" name="chart-value-1">
            <a:extLst xmlns:a="http://schemas.openxmlformats.org/drawingml/2006/main">
              <a:ext uri="{FF2B5EF4-FFF2-40B4-BE49-F238E27FC236}">
                <a16:creationId xmlns:a16="http://schemas.microsoft.com/office/drawing/2014/main" id="{DE22E8C4-8349-462B-AA27-AA5EBCD8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79082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10%</a:t>
            </a:r>
          </a:p>
        </p:txBody>
      </p:sp>
      <p:sp>
        <p:nvSpPr>
          <p:cNvPr id="24" name="chart-label-2">
            <a:extLst xmlns:a="http://schemas.openxmlformats.org/drawingml/2006/main">
              <a:ext uri="{FF2B5EF4-FFF2-40B4-BE49-F238E27FC236}">
                <a16:creationId xmlns:a16="http://schemas.microsoft.com/office/drawing/2014/main" id="{0EE34758-7EE5-4EEC-B95D-E323FC6D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2897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88A"/>
                </a:solidFill>
              </a:defRPr>
            </a:pPr>
            <a:r>
              <a:rPr sz="1050" b="0">
                <a:solidFill>
                  <a:srgbClr val="66788A"/>
                </a:solidFill>
              </a:rPr>
              <a:t>Wert 2</a:t>
            </a:r>
          </a:p>
        </p:txBody>
      </p:sp>
      <p:sp>
        <p:nvSpPr>
          <p:cNvPr id="25" name="chart-track-2">
            <a:extLst xmlns:a="http://schemas.openxmlformats.org/drawingml/2006/main">
              <a:ext uri="{FF2B5EF4-FFF2-40B4-BE49-F238E27FC236}">
                <a16:creationId xmlns:a16="http://schemas.microsoft.com/office/drawing/2014/main" id="{65878689-89EC-47B0-821C-DF347D48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24225"/>
            <a:ext cx="20002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E7F1"/>
          </a:solidFill>
          <a:ln xmlns:a="http://schemas.openxmlformats.org/drawingml/2006/main" w="0">
            <a:solidFill>
              <a:srgbClr val="DEE7F1"/>
            </a:solidFill>
            <a:prstDash val="solid"/>
          </a:ln>
        </p:spPr>
      </p:sp>
      <p:sp>
        <p:nvSpPr>
          <p:cNvPr id="26" name="chart-bar-2">
            <a:extLst xmlns:a="http://schemas.openxmlformats.org/drawingml/2006/main">
              <a:ext uri="{FF2B5EF4-FFF2-40B4-BE49-F238E27FC236}">
                <a16:creationId xmlns:a16="http://schemas.microsoft.com/office/drawing/2014/main" id="{22FB8ECF-FE2E-4FDB-B48E-BBD4C28A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24225"/>
            <a:ext cx="1333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27" name="chart-value-2">
            <a:extLst xmlns:a="http://schemas.openxmlformats.org/drawingml/2006/main">
              <a:ext uri="{FF2B5EF4-FFF2-40B4-BE49-F238E27FC236}">
                <a16:creationId xmlns:a16="http://schemas.microsoft.com/office/drawing/2014/main" id="{19D3E97B-D5B4-430A-BAF8-B842A3F8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8612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20%</a:t>
            </a:r>
          </a:p>
        </p:txBody>
      </p:sp>
      <p:sp>
        <p:nvSpPr>
          <p:cNvPr id="28" name="chart-label-3">
            <a:extLst xmlns:a="http://schemas.openxmlformats.org/drawingml/2006/main">
              <a:ext uri="{FF2B5EF4-FFF2-40B4-BE49-F238E27FC236}">
                <a16:creationId xmlns:a16="http://schemas.microsoft.com/office/drawing/2014/main" id="{2C67E88C-0E98-482C-BAEB-EC6A94F9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2427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88A"/>
                </a:solidFill>
              </a:defRPr>
            </a:pPr>
            <a:r>
              <a:rPr sz="1050" b="0">
                <a:solidFill>
                  <a:srgbClr val="66788A"/>
                </a:solidFill>
              </a:rPr>
              <a:t>Wert 3</a:t>
            </a:r>
          </a:p>
        </p:txBody>
      </p:sp>
      <p:sp>
        <p:nvSpPr>
          <p:cNvPr id="29" name="chart-track-3">
            <a:extLst xmlns:a="http://schemas.openxmlformats.org/drawingml/2006/main">
              <a:ext uri="{FF2B5EF4-FFF2-40B4-BE49-F238E27FC236}">
                <a16:creationId xmlns:a16="http://schemas.microsoft.com/office/drawing/2014/main" id="{F2C934F9-EE26-4AAD-B3AB-507D6F2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19525"/>
            <a:ext cx="20002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E7F1"/>
          </a:solidFill>
          <a:ln xmlns:a="http://schemas.openxmlformats.org/drawingml/2006/main" w="0">
            <a:solidFill>
              <a:srgbClr val="DEE7F1"/>
            </a:solidFill>
            <a:prstDash val="solid"/>
          </a:ln>
        </p:spPr>
      </p:sp>
      <p:sp>
        <p:nvSpPr>
          <p:cNvPr id="30" name="chart-bar-3">
            <a:extLst xmlns:a="http://schemas.openxmlformats.org/drawingml/2006/main">
              <a:ext uri="{FF2B5EF4-FFF2-40B4-BE49-F238E27FC236}">
                <a16:creationId xmlns:a16="http://schemas.microsoft.com/office/drawing/2014/main" id="{42D7BCF1-A18F-4711-A526-A2781AF2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19525"/>
            <a:ext cx="1333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31" name="chart-value-3">
            <a:extLst xmlns:a="http://schemas.openxmlformats.org/drawingml/2006/main">
              <a:ext uri="{FF2B5EF4-FFF2-40B4-BE49-F238E27FC236}">
                <a16:creationId xmlns:a16="http://schemas.microsoft.com/office/drawing/2014/main" id="{34AA2FD9-DB65-48A1-A25E-9AD8399B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78142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30%</a:t>
            </a:r>
          </a:p>
        </p:txBody>
      </p:sp>
      <p:sp>
        <p:nvSpPr>
          <p:cNvPr id="32" name="chart-label-4">
            <a:extLst xmlns:a="http://schemas.openxmlformats.org/drawingml/2006/main">
              <a:ext uri="{FF2B5EF4-FFF2-40B4-BE49-F238E27FC236}">
                <a16:creationId xmlns:a16="http://schemas.microsoft.com/office/drawing/2014/main" id="{8E98563B-4DCF-43F2-BFA6-384C0A6B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1957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88A"/>
                </a:solidFill>
              </a:defRPr>
            </a:pPr>
            <a:r>
              <a:rPr sz="1050" b="0">
                <a:solidFill>
                  <a:srgbClr val="66788A"/>
                </a:solidFill>
              </a:rPr>
              <a:t>Wert 4</a:t>
            </a:r>
          </a:p>
        </p:txBody>
      </p:sp>
      <p:sp>
        <p:nvSpPr>
          <p:cNvPr id="33" name="chart-track-4">
            <a:extLst xmlns:a="http://schemas.openxmlformats.org/drawingml/2006/main">
              <a:ext uri="{FF2B5EF4-FFF2-40B4-BE49-F238E27FC236}">
                <a16:creationId xmlns:a16="http://schemas.microsoft.com/office/drawing/2014/main" id="{B135825A-8BB5-4BFB-8DFC-905C36C0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14825"/>
            <a:ext cx="20002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E7F1"/>
          </a:solidFill>
          <a:ln xmlns:a="http://schemas.openxmlformats.org/drawingml/2006/main" w="0">
            <a:solidFill>
              <a:srgbClr val="DEE7F1"/>
            </a:solidFill>
            <a:prstDash val="solid"/>
          </a:ln>
        </p:spPr>
      </p:sp>
      <p:sp>
        <p:nvSpPr>
          <p:cNvPr id="34" name="chart-bar-4">
            <a:extLst xmlns:a="http://schemas.openxmlformats.org/drawingml/2006/main">
              <a:ext uri="{FF2B5EF4-FFF2-40B4-BE49-F238E27FC236}">
                <a16:creationId xmlns:a16="http://schemas.microsoft.com/office/drawing/2014/main" id="{7E18A4EC-6699-4887-AC93-999541A5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14825"/>
            <a:ext cx="1333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35" name="chart-value-4">
            <a:extLst xmlns:a="http://schemas.openxmlformats.org/drawingml/2006/main">
              <a:ext uri="{FF2B5EF4-FFF2-40B4-BE49-F238E27FC236}">
                <a16:creationId xmlns:a16="http://schemas.microsoft.com/office/drawing/2014/main" id="{1BFDB4ED-6322-48D0-8B8E-398CB8F3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27672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40%</a:t>
            </a:r>
          </a:p>
        </p:txBody>
      </p:sp>
      <p:sp>
        <p:nvSpPr>
          <p:cNvPr id="36" name="chart-label-5">
            <a:extLst xmlns:a="http://schemas.openxmlformats.org/drawingml/2006/main">
              <a:ext uri="{FF2B5EF4-FFF2-40B4-BE49-F238E27FC236}">
                <a16:creationId xmlns:a16="http://schemas.microsoft.com/office/drawing/2014/main" id="{4BFD6AEA-3C88-4FA2-B011-D6ACA48B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1487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88A"/>
                </a:solidFill>
              </a:defRPr>
            </a:pPr>
            <a:r>
              <a:rPr sz="1050" b="0">
                <a:solidFill>
                  <a:srgbClr val="66788A"/>
                </a:solidFill>
              </a:rPr>
              <a:t>Wert 5</a:t>
            </a:r>
          </a:p>
        </p:txBody>
      </p:sp>
      <p:sp>
        <p:nvSpPr>
          <p:cNvPr id="37" name="chart-track-5">
            <a:extLst xmlns:a="http://schemas.openxmlformats.org/drawingml/2006/main">
              <a:ext uri="{FF2B5EF4-FFF2-40B4-BE49-F238E27FC236}">
                <a16:creationId xmlns:a16="http://schemas.microsoft.com/office/drawing/2014/main" id="{6BB0C401-372D-4FFC-9E1A-3778DC17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10125"/>
            <a:ext cx="20002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E7F1"/>
          </a:solidFill>
          <a:ln xmlns:a="http://schemas.openxmlformats.org/drawingml/2006/main" w="0">
            <a:solidFill>
              <a:srgbClr val="DEE7F1"/>
            </a:solidFill>
            <a:prstDash val="solid"/>
          </a:ln>
        </p:spPr>
      </p:sp>
      <p:sp>
        <p:nvSpPr>
          <p:cNvPr id="38" name="chart-bar-5">
            <a:extLst xmlns:a="http://schemas.openxmlformats.org/drawingml/2006/main">
              <a:ext uri="{FF2B5EF4-FFF2-40B4-BE49-F238E27FC236}">
                <a16:creationId xmlns:a16="http://schemas.microsoft.com/office/drawing/2014/main" id="{47A57A97-7293-4FBB-94B4-59C965E2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10125"/>
            <a:ext cx="1333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39" name="chart-value-5">
            <a:extLst xmlns:a="http://schemas.openxmlformats.org/drawingml/2006/main">
              <a:ext uri="{FF2B5EF4-FFF2-40B4-BE49-F238E27FC236}">
                <a16:creationId xmlns:a16="http://schemas.microsoft.com/office/drawing/2014/main" id="{1306B15C-ECD9-4A32-A15E-D3D779C0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77202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50%</a:t>
            </a:r>
          </a:p>
        </p:txBody>
      </p:sp>
      <p:sp>
        <p:nvSpPr>
          <p:cNvPr id="40" name="metric-big-value">
            <a:extLst xmlns:a="http://schemas.openxmlformats.org/drawingml/2006/main">
              <a:ext uri="{FF2B5EF4-FFF2-40B4-BE49-F238E27FC236}">
                <a16:creationId xmlns:a16="http://schemas.microsoft.com/office/drawing/2014/main" id="{DF4A5662-2CA2-48E4-8445-2A63A087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05150"/>
            <a:ext cx="4095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377CF6"/>
                </a:solidFill>
              </a:defRPr>
            </a:pPr>
            <a:r>
              <a:rPr sz="4800" b="1">
                <a:solidFill>
                  <a:srgbClr val="377CF6"/>
                </a:solidFill>
              </a:rPr>
              <a:t>42 %</a:t>
            </a:r>
          </a:p>
        </p:txBody>
      </p:sp>
      <p:sp>
        <p:nvSpPr>
          <p:cNvPr id="41" name="metric-big-label">
            <a:extLst xmlns:a="http://schemas.openxmlformats.org/drawingml/2006/main">
              <a:ext uri="{FF2B5EF4-FFF2-40B4-BE49-F238E27FC236}">
                <a16:creationId xmlns:a16="http://schemas.microsoft.com/office/drawing/2014/main" id="{A3C1BFC9-D200-4D18-B998-369C0C68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7670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88A"/>
                </a:solidFill>
              </a:defRPr>
            </a:pPr>
            <a:r>
              <a:rPr sz="1500" b="0">
                <a:solidFill>
                  <a:srgbClr val="66788A"/>
                </a:solidFill>
              </a:rPr>
              <a:t>Zentrale Kennzahl</a:t>
            </a:r>
          </a:p>
        </p:txBody>
      </p:sp>
    </p:spTree>
    <p:extLst>
      <p:ext uri="{BB962C8B-B14F-4D97-AF65-F5344CB8AC3E}">
        <p14:creationId xmlns:p14="http://schemas.microsoft.com/office/powerpoint/2010/main" val="12920561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minimal-frame">
            <a:extLst xmlns:a="http://schemas.openxmlformats.org/drawingml/2006/main">
              <a:ext uri="{FF2B5EF4-FFF2-40B4-BE49-F238E27FC236}">
                <a16:creationId xmlns:a16="http://schemas.microsoft.com/office/drawing/2014/main" id="{E3BE5DAB-AAB9-4DBE-919F-CDDFB6CE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oundRect">
            <a:avLst>
              <a:gd name="adj" fmla="val 18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9E4"/>
            </a:solidFill>
            <a:prstDash val="solid"/>
          </a:ln>
        </p:spPr>
      </p:sp>
      <p:sp>
        <p:nvSpPr>
          <p:cNvPr id="2" name="accent-line">
            <a:extLst xmlns:a="http://schemas.openxmlformats.org/drawingml/2006/main">
              <a:ext uri="{FF2B5EF4-FFF2-40B4-BE49-F238E27FC236}">
                <a16:creationId xmlns:a16="http://schemas.microsoft.com/office/drawing/2014/main" id="{95E26D3B-4BF4-46BB-8A40-9D90EFBF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9525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3" name="brand-label">
            <a:extLst xmlns:a="http://schemas.openxmlformats.org/drawingml/2006/main">
              <a:ext uri="{FF2B5EF4-FFF2-40B4-BE49-F238E27FC236}">
                <a16:creationId xmlns:a16="http://schemas.microsoft.com/office/drawing/2014/main" id="{E98C7765-4D55-40E7-943A-E6487E1E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77CF6"/>
                </a:solidFill>
              </a:defRPr>
            </a:pPr>
            <a:r>
              <a:rPr sz="975" b="1">
                <a:solidFill>
                  <a:srgbClr val="377CF6"/>
                </a:solidFill>
              </a:rPr>
              <a:t>MINI LLM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8659C8A-951F-48AC-B930-D5C43990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1341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</a:defRPr>
            </a:pPr>
            <a:r>
              <a:rPr sz="975" b="0">
                <a:solidFill>
                  <a:srgbClr val="66788A"/>
                </a:solidFill>
              </a:rPr>
              <a:t>08</a:t>
            </a:r>
          </a:p>
        </p:txBody>
      </p:sp>
      <p:sp>
        <p:nvSpPr>
          <p:cNvPr id="5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CF94D670-66FA-411B-9300-7D78DFDC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77CF6"/>
                </a:solidFill>
              </a:defRPr>
            </a:pPr>
            <a:r>
              <a:rPr sz="975" b="1">
                <a:solidFill>
                  <a:srgbClr val="377CF6"/>
                </a:solidFill>
              </a:rPr>
              <a:t>KERNAUSSAGE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67D5AF-5CF7-49AA-ABD8-0CFE58B5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Eine klare Aussage pro Folie</a:t>
            </a:r>
          </a:p>
        </p:txBody>
      </p:sp>
      <p:sp>
        <p:nvSpPr>
          <p:cNvPr id="7" name="slide-index">
            <a:extLst xmlns:a="http://schemas.openxmlformats.org/drawingml/2006/main">
              <a:ext uri="{FF2B5EF4-FFF2-40B4-BE49-F238E27FC236}">
                <a16:creationId xmlns:a16="http://schemas.microsoft.com/office/drawing/2014/main" id="{F910B743-F483-4D1B-89F8-5F81FD38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9048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</a:defRPr>
            </a:pPr>
            <a:r>
              <a:rPr sz="975" b="0">
                <a:solidFill>
                  <a:srgbClr val="66788A"/>
                </a:solidFill>
              </a:rPr>
              <a:t>07</a:t>
            </a:r>
          </a:p>
        </p:txBody>
      </p:sp>
      <p:sp>
        <p:nvSpPr>
          <p:cNvPr id="8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FA82B60F-F583-4334-AF1A-F797B87D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764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9" name="bullet-1">
            <a:extLst xmlns:a="http://schemas.openxmlformats.org/drawingml/2006/main">
              <a:ext uri="{FF2B5EF4-FFF2-40B4-BE49-F238E27FC236}">
                <a16:creationId xmlns:a16="http://schemas.microsoft.com/office/drawing/2014/main" id="{97D74571-CEF3-4760-ABD7-6C0EE193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14550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24A"/>
                </a:solidFill>
              </a:defRPr>
            </a:pPr>
            <a:r>
              <a:rPr sz="1575" b="0">
                <a:solidFill>
                  <a:srgbClr val="18324A"/>
                </a:solidFill>
              </a:rPr>
              <a:t>Inhalt 1</a:t>
            </a:r>
          </a:p>
        </p:txBody>
      </p:sp>
      <p:sp>
        <p:nvSpPr>
          <p:cNvPr id="10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9A39E9E7-70C3-4813-AFEA-135CD388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5752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11" name="bullet-2">
            <a:extLst xmlns:a="http://schemas.openxmlformats.org/drawingml/2006/main">
              <a:ext uri="{FF2B5EF4-FFF2-40B4-BE49-F238E27FC236}">
                <a16:creationId xmlns:a16="http://schemas.microsoft.com/office/drawing/2014/main" id="{EE7BCC65-781B-4531-BCDF-B6DE63F2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95600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24A"/>
                </a:solidFill>
              </a:defRPr>
            </a:pPr>
            <a:r>
              <a:rPr sz="1575" b="0">
                <a:solidFill>
                  <a:srgbClr val="18324A"/>
                </a:solidFill>
              </a:rPr>
              <a:t>Inhalt 2</a:t>
            </a:r>
          </a:p>
        </p:txBody>
      </p:sp>
      <p:sp>
        <p:nvSpPr>
          <p:cNvPr id="12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6747C899-FFBC-4CC9-A5C4-C8CCBD8D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385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13" name="bullet-3">
            <a:extLst xmlns:a="http://schemas.openxmlformats.org/drawingml/2006/main">
              <a:ext uri="{FF2B5EF4-FFF2-40B4-BE49-F238E27FC236}">
                <a16:creationId xmlns:a16="http://schemas.microsoft.com/office/drawing/2014/main" id="{F4C10710-026B-445C-AF7A-AAB0F4B0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76650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24A"/>
                </a:solidFill>
              </a:defRPr>
            </a:pPr>
            <a:r>
              <a:rPr sz="1575" b="0">
                <a:solidFill>
                  <a:srgbClr val="18324A"/>
                </a:solidFill>
              </a:rPr>
              <a:t>Inhalt 3</a:t>
            </a:r>
          </a:p>
        </p:txBody>
      </p:sp>
      <p:sp>
        <p:nvSpPr>
          <p:cNvPr id="14" name="bullet-dot-4">
            <a:extLst xmlns:a="http://schemas.openxmlformats.org/drawingml/2006/main">
              <a:ext uri="{FF2B5EF4-FFF2-40B4-BE49-F238E27FC236}">
                <a16:creationId xmlns:a16="http://schemas.microsoft.com/office/drawing/2014/main" id="{F4A84FEC-64CE-41EB-BE50-46AE5C62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962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15" name="bullet-4">
            <a:extLst xmlns:a="http://schemas.openxmlformats.org/drawingml/2006/main">
              <a:ext uri="{FF2B5EF4-FFF2-40B4-BE49-F238E27FC236}">
                <a16:creationId xmlns:a16="http://schemas.microsoft.com/office/drawing/2014/main" id="{C6754D88-04A7-4047-9857-8E326E7F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57700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24A"/>
                </a:solidFill>
              </a:defRPr>
            </a:pPr>
            <a:r>
              <a:rPr sz="1575" b="0">
                <a:solidFill>
                  <a:srgbClr val="18324A"/>
                </a:solidFill>
              </a:rPr>
              <a:t>Inhalt 4</a:t>
            </a:r>
          </a:p>
        </p:txBody>
      </p:sp>
      <p:sp>
        <p:nvSpPr>
          <p:cNvPr id="16" name="bullet-dot-5">
            <a:extLst xmlns:a="http://schemas.openxmlformats.org/drawingml/2006/main">
              <a:ext uri="{FF2B5EF4-FFF2-40B4-BE49-F238E27FC236}">
                <a16:creationId xmlns:a16="http://schemas.microsoft.com/office/drawing/2014/main" id="{817ADE42-FF90-4A15-9C3B-B85D1B1D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006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17" name="bullet-5">
            <a:extLst xmlns:a="http://schemas.openxmlformats.org/drawingml/2006/main">
              <a:ext uri="{FF2B5EF4-FFF2-40B4-BE49-F238E27FC236}">
                <a16:creationId xmlns:a16="http://schemas.microsoft.com/office/drawing/2014/main" id="{9E9DB105-A177-4A90-9612-94CAB055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38750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24A"/>
                </a:solidFill>
              </a:defRPr>
            </a:pPr>
            <a:r>
              <a:rPr sz="1575" b="0">
                <a:solidFill>
                  <a:srgbClr val="18324A"/>
                </a:solidFill>
              </a:rPr>
              <a:t>Inhalt 5</a:t>
            </a:r>
          </a:p>
        </p:txBody>
      </p:sp>
      <p:sp>
        <p:nvSpPr>
          <p:cNvPr id="18" name="chart-frame">
            <a:extLst xmlns:a="http://schemas.openxmlformats.org/drawingml/2006/main">
              <a:ext uri="{FF2B5EF4-FFF2-40B4-BE49-F238E27FC236}">
                <a16:creationId xmlns:a16="http://schemas.microsoft.com/office/drawing/2014/main" id="{90EA961B-F41D-4C7B-9EAC-6BFE8981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14550"/>
            <a:ext cx="5048250" cy="33718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FD9E4"/>
            </a:solidFill>
            <a:prstDash val="solid"/>
          </a:ln>
        </p:spPr>
      </p:sp>
      <p:sp>
        <p:nvSpPr>
          <p:cNvPr id="19" name="chart-title">
            <a:extLst xmlns:a="http://schemas.openxmlformats.org/drawingml/2006/main">
              <a:ext uri="{FF2B5EF4-FFF2-40B4-BE49-F238E27FC236}">
                <a16:creationId xmlns:a16="http://schemas.microsoft.com/office/drawing/2014/main" id="{7F8F1088-4BC3-4081-B207-21F0ED8E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145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Zahlen im Überblick</a:t>
            </a:r>
          </a:p>
        </p:txBody>
      </p:sp>
      <p:sp>
        <p:nvSpPr>
          <p:cNvPr id="20" name="chart-label-1">
            <a:extLst xmlns:a="http://schemas.openxmlformats.org/drawingml/2006/main">
              <a:ext uri="{FF2B5EF4-FFF2-40B4-BE49-F238E27FC236}">
                <a16:creationId xmlns:a16="http://schemas.microsoft.com/office/drawing/2014/main" id="{3ADB49C1-E94F-46DC-B945-87B8AE70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3367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88A"/>
                </a:solidFill>
              </a:defRPr>
            </a:pPr>
            <a:r>
              <a:rPr sz="1050" b="0">
                <a:solidFill>
                  <a:srgbClr val="66788A"/>
                </a:solidFill>
              </a:rPr>
              <a:t>Wert 1</a:t>
            </a:r>
          </a:p>
        </p:txBody>
      </p:sp>
      <p:sp>
        <p:nvSpPr>
          <p:cNvPr id="21" name="chart-track-1">
            <a:extLst xmlns:a="http://schemas.openxmlformats.org/drawingml/2006/main">
              <a:ext uri="{FF2B5EF4-FFF2-40B4-BE49-F238E27FC236}">
                <a16:creationId xmlns:a16="http://schemas.microsoft.com/office/drawing/2014/main" id="{EF3AF1F8-4DCF-4E1E-BBEB-4984EF8D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28925"/>
            <a:ext cx="20002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E7F1"/>
          </a:solidFill>
          <a:ln xmlns:a="http://schemas.openxmlformats.org/drawingml/2006/main" w="0">
            <a:solidFill>
              <a:srgbClr val="DEE7F1"/>
            </a:solidFill>
            <a:prstDash val="solid"/>
          </a:ln>
        </p:spPr>
      </p:sp>
      <p:sp>
        <p:nvSpPr>
          <p:cNvPr id="22" name="chart-bar-1">
            <a:extLst xmlns:a="http://schemas.openxmlformats.org/drawingml/2006/main">
              <a:ext uri="{FF2B5EF4-FFF2-40B4-BE49-F238E27FC236}">
                <a16:creationId xmlns:a16="http://schemas.microsoft.com/office/drawing/2014/main" id="{7EA14EDD-FF6B-4208-BF94-C3737DD6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28925"/>
            <a:ext cx="1333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23" name="chart-value-1">
            <a:extLst xmlns:a="http://schemas.openxmlformats.org/drawingml/2006/main">
              <a:ext uri="{FF2B5EF4-FFF2-40B4-BE49-F238E27FC236}">
                <a16:creationId xmlns:a16="http://schemas.microsoft.com/office/drawing/2014/main" id="{22C49837-A7E2-4B0E-8348-5B295D6B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79082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10%</a:t>
            </a:r>
          </a:p>
        </p:txBody>
      </p:sp>
      <p:sp>
        <p:nvSpPr>
          <p:cNvPr id="24" name="chart-label-2">
            <a:extLst xmlns:a="http://schemas.openxmlformats.org/drawingml/2006/main">
              <a:ext uri="{FF2B5EF4-FFF2-40B4-BE49-F238E27FC236}">
                <a16:creationId xmlns:a16="http://schemas.microsoft.com/office/drawing/2014/main" id="{E3A66BE7-7CB9-4BB8-BF52-38D4653A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2897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88A"/>
                </a:solidFill>
              </a:defRPr>
            </a:pPr>
            <a:r>
              <a:rPr sz="1050" b="0">
                <a:solidFill>
                  <a:srgbClr val="66788A"/>
                </a:solidFill>
              </a:rPr>
              <a:t>Wert 2</a:t>
            </a:r>
          </a:p>
        </p:txBody>
      </p:sp>
      <p:sp>
        <p:nvSpPr>
          <p:cNvPr id="25" name="chart-track-2">
            <a:extLst xmlns:a="http://schemas.openxmlformats.org/drawingml/2006/main">
              <a:ext uri="{FF2B5EF4-FFF2-40B4-BE49-F238E27FC236}">
                <a16:creationId xmlns:a16="http://schemas.microsoft.com/office/drawing/2014/main" id="{E4EA4AE7-EFC3-495C-911B-3932F770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24225"/>
            <a:ext cx="20002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E7F1"/>
          </a:solidFill>
          <a:ln xmlns:a="http://schemas.openxmlformats.org/drawingml/2006/main" w="0">
            <a:solidFill>
              <a:srgbClr val="DEE7F1"/>
            </a:solidFill>
            <a:prstDash val="solid"/>
          </a:ln>
        </p:spPr>
      </p:sp>
      <p:sp>
        <p:nvSpPr>
          <p:cNvPr id="26" name="chart-bar-2">
            <a:extLst xmlns:a="http://schemas.openxmlformats.org/drawingml/2006/main">
              <a:ext uri="{FF2B5EF4-FFF2-40B4-BE49-F238E27FC236}">
                <a16:creationId xmlns:a16="http://schemas.microsoft.com/office/drawing/2014/main" id="{324CF162-E4DD-4493-A4B4-C91AD5C2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24225"/>
            <a:ext cx="1333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27" name="chart-value-2">
            <a:extLst xmlns:a="http://schemas.openxmlformats.org/drawingml/2006/main">
              <a:ext uri="{FF2B5EF4-FFF2-40B4-BE49-F238E27FC236}">
                <a16:creationId xmlns:a16="http://schemas.microsoft.com/office/drawing/2014/main" id="{606D0348-EA48-451A-996B-1A323CFF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8612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20%</a:t>
            </a:r>
          </a:p>
        </p:txBody>
      </p:sp>
      <p:sp>
        <p:nvSpPr>
          <p:cNvPr id="28" name="chart-label-3">
            <a:extLst xmlns:a="http://schemas.openxmlformats.org/drawingml/2006/main">
              <a:ext uri="{FF2B5EF4-FFF2-40B4-BE49-F238E27FC236}">
                <a16:creationId xmlns:a16="http://schemas.microsoft.com/office/drawing/2014/main" id="{AC89867F-3D5D-45D2-8F5E-7E2F40CA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2427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88A"/>
                </a:solidFill>
              </a:defRPr>
            </a:pPr>
            <a:r>
              <a:rPr sz="1050" b="0">
                <a:solidFill>
                  <a:srgbClr val="66788A"/>
                </a:solidFill>
              </a:rPr>
              <a:t>Wert 3</a:t>
            </a:r>
          </a:p>
        </p:txBody>
      </p:sp>
      <p:sp>
        <p:nvSpPr>
          <p:cNvPr id="29" name="chart-track-3">
            <a:extLst xmlns:a="http://schemas.openxmlformats.org/drawingml/2006/main">
              <a:ext uri="{FF2B5EF4-FFF2-40B4-BE49-F238E27FC236}">
                <a16:creationId xmlns:a16="http://schemas.microsoft.com/office/drawing/2014/main" id="{BC84EE6E-D73B-4340-BF55-3DB8A3F4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19525"/>
            <a:ext cx="20002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E7F1"/>
          </a:solidFill>
          <a:ln xmlns:a="http://schemas.openxmlformats.org/drawingml/2006/main" w="0">
            <a:solidFill>
              <a:srgbClr val="DEE7F1"/>
            </a:solidFill>
            <a:prstDash val="solid"/>
          </a:ln>
        </p:spPr>
      </p:sp>
      <p:sp>
        <p:nvSpPr>
          <p:cNvPr id="30" name="chart-bar-3">
            <a:extLst xmlns:a="http://schemas.openxmlformats.org/drawingml/2006/main">
              <a:ext uri="{FF2B5EF4-FFF2-40B4-BE49-F238E27FC236}">
                <a16:creationId xmlns:a16="http://schemas.microsoft.com/office/drawing/2014/main" id="{060E4637-1814-4D50-9A10-6CF5F286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19525"/>
            <a:ext cx="1333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31" name="chart-value-3">
            <a:extLst xmlns:a="http://schemas.openxmlformats.org/drawingml/2006/main">
              <a:ext uri="{FF2B5EF4-FFF2-40B4-BE49-F238E27FC236}">
                <a16:creationId xmlns:a16="http://schemas.microsoft.com/office/drawing/2014/main" id="{45BCA4A8-B9ED-456B-8B96-8B2CA47D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78142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30%</a:t>
            </a:r>
          </a:p>
        </p:txBody>
      </p:sp>
      <p:sp>
        <p:nvSpPr>
          <p:cNvPr id="32" name="chart-label-4">
            <a:extLst xmlns:a="http://schemas.openxmlformats.org/drawingml/2006/main">
              <a:ext uri="{FF2B5EF4-FFF2-40B4-BE49-F238E27FC236}">
                <a16:creationId xmlns:a16="http://schemas.microsoft.com/office/drawing/2014/main" id="{2418A7E2-EA7D-463D-B68E-DEF517E2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1957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88A"/>
                </a:solidFill>
              </a:defRPr>
            </a:pPr>
            <a:r>
              <a:rPr sz="1050" b="0">
                <a:solidFill>
                  <a:srgbClr val="66788A"/>
                </a:solidFill>
              </a:rPr>
              <a:t>Wert 4</a:t>
            </a:r>
          </a:p>
        </p:txBody>
      </p:sp>
      <p:sp>
        <p:nvSpPr>
          <p:cNvPr id="33" name="chart-track-4">
            <a:extLst xmlns:a="http://schemas.openxmlformats.org/drawingml/2006/main">
              <a:ext uri="{FF2B5EF4-FFF2-40B4-BE49-F238E27FC236}">
                <a16:creationId xmlns:a16="http://schemas.microsoft.com/office/drawing/2014/main" id="{D5ABD36A-84C9-4ABF-AFE6-DE5CB286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14825"/>
            <a:ext cx="20002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E7F1"/>
          </a:solidFill>
          <a:ln xmlns:a="http://schemas.openxmlformats.org/drawingml/2006/main" w="0">
            <a:solidFill>
              <a:srgbClr val="DEE7F1"/>
            </a:solidFill>
            <a:prstDash val="solid"/>
          </a:ln>
        </p:spPr>
      </p:sp>
      <p:sp>
        <p:nvSpPr>
          <p:cNvPr id="34" name="chart-bar-4">
            <a:extLst xmlns:a="http://schemas.openxmlformats.org/drawingml/2006/main">
              <a:ext uri="{FF2B5EF4-FFF2-40B4-BE49-F238E27FC236}">
                <a16:creationId xmlns:a16="http://schemas.microsoft.com/office/drawing/2014/main" id="{A74680FD-6C54-4AEF-AD0D-B16B35F4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14825"/>
            <a:ext cx="1333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35" name="chart-value-4">
            <a:extLst xmlns:a="http://schemas.openxmlformats.org/drawingml/2006/main">
              <a:ext uri="{FF2B5EF4-FFF2-40B4-BE49-F238E27FC236}">
                <a16:creationId xmlns:a16="http://schemas.microsoft.com/office/drawing/2014/main" id="{0BC11B87-C67D-4B97-B40A-BF5264A7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27672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40%</a:t>
            </a:r>
          </a:p>
        </p:txBody>
      </p:sp>
      <p:sp>
        <p:nvSpPr>
          <p:cNvPr id="36" name="chart-label-5">
            <a:extLst xmlns:a="http://schemas.openxmlformats.org/drawingml/2006/main">
              <a:ext uri="{FF2B5EF4-FFF2-40B4-BE49-F238E27FC236}">
                <a16:creationId xmlns:a16="http://schemas.microsoft.com/office/drawing/2014/main" id="{B39AAD8D-E1D4-41A2-8DEE-EE3E3939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1487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88A"/>
                </a:solidFill>
              </a:defRPr>
            </a:pPr>
            <a:r>
              <a:rPr sz="1050" b="0">
                <a:solidFill>
                  <a:srgbClr val="66788A"/>
                </a:solidFill>
              </a:rPr>
              <a:t>Wert 5</a:t>
            </a:r>
          </a:p>
        </p:txBody>
      </p:sp>
      <p:sp>
        <p:nvSpPr>
          <p:cNvPr id="37" name="chart-track-5">
            <a:extLst xmlns:a="http://schemas.openxmlformats.org/drawingml/2006/main">
              <a:ext uri="{FF2B5EF4-FFF2-40B4-BE49-F238E27FC236}">
                <a16:creationId xmlns:a16="http://schemas.microsoft.com/office/drawing/2014/main" id="{B734A581-D33E-49A6-B37B-D39C2893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10125"/>
            <a:ext cx="20002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E7F1"/>
          </a:solidFill>
          <a:ln xmlns:a="http://schemas.openxmlformats.org/drawingml/2006/main" w="0">
            <a:solidFill>
              <a:srgbClr val="DEE7F1"/>
            </a:solidFill>
            <a:prstDash val="solid"/>
          </a:ln>
        </p:spPr>
      </p:sp>
      <p:sp>
        <p:nvSpPr>
          <p:cNvPr id="38" name="chart-bar-5">
            <a:extLst xmlns:a="http://schemas.openxmlformats.org/drawingml/2006/main">
              <a:ext uri="{FF2B5EF4-FFF2-40B4-BE49-F238E27FC236}">
                <a16:creationId xmlns:a16="http://schemas.microsoft.com/office/drawing/2014/main" id="{CCE8A126-DB3B-4736-80B3-1A9B0182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10125"/>
            <a:ext cx="1333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39" name="chart-value-5">
            <a:extLst xmlns:a="http://schemas.openxmlformats.org/drawingml/2006/main">
              <a:ext uri="{FF2B5EF4-FFF2-40B4-BE49-F238E27FC236}">
                <a16:creationId xmlns:a16="http://schemas.microsoft.com/office/drawing/2014/main" id="{F7F96E4F-0A83-4B34-ADAB-E336B59B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77202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50%</a:t>
            </a:r>
          </a:p>
        </p:txBody>
      </p:sp>
      <p:sp>
        <p:nvSpPr>
          <p:cNvPr id="40" name="metric-big-value">
            <a:extLst xmlns:a="http://schemas.openxmlformats.org/drawingml/2006/main">
              <a:ext uri="{FF2B5EF4-FFF2-40B4-BE49-F238E27FC236}">
                <a16:creationId xmlns:a16="http://schemas.microsoft.com/office/drawing/2014/main" id="{8EBB6F99-150E-4507-B1C0-8D67E590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05150"/>
            <a:ext cx="4095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377CF6"/>
                </a:solidFill>
              </a:defRPr>
            </a:pPr>
            <a:r>
              <a:rPr sz="4800" b="1">
                <a:solidFill>
                  <a:srgbClr val="377CF6"/>
                </a:solidFill>
              </a:rPr>
              <a:t>42 %</a:t>
            </a:r>
          </a:p>
        </p:txBody>
      </p:sp>
      <p:sp>
        <p:nvSpPr>
          <p:cNvPr id="41" name="metric-big-label">
            <a:extLst xmlns:a="http://schemas.openxmlformats.org/drawingml/2006/main">
              <a:ext uri="{FF2B5EF4-FFF2-40B4-BE49-F238E27FC236}">
                <a16:creationId xmlns:a16="http://schemas.microsoft.com/office/drawing/2014/main" id="{4C0C36D2-2FF3-4E78-A412-64CF1255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7670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88A"/>
                </a:solidFill>
              </a:defRPr>
            </a:pPr>
            <a:r>
              <a:rPr sz="1500" b="0">
                <a:solidFill>
                  <a:srgbClr val="66788A"/>
                </a:solidFill>
              </a:rPr>
              <a:t>Zentrale Kennzahl</a:t>
            </a:r>
          </a:p>
        </p:txBody>
      </p:sp>
    </p:spTree>
    <p:extLst>
      <p:ext uri="{BB962C8B-B14F-4D97-AF65-F5344CB8AC3E}">
        <p14:creationId xmlns:p14="http://schemas.microsoft.com/office/powerpoint/2010/main" val="7015342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minimal-frame">
            <a:extLst xmlns:a="http://schemas.openxmlformats.org/drawingml/2006/main">
              <a:ext uri="{FF2B5EF4-FFF2-40B4-BE49-F238E27FC236}">
                <a16:creationId xmlns:a16="http://schemas.microsoft.com/office/drawing/2014/main" id="{68606AC7-5C74-438E-971C-6FE2C698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oundRect">
            <a:avLst>
              <a:gd name="adj" fmla="val 18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9E4"/>
            </a:solidFill>
            <a:prstDash val="solid"/>
          </a:ln>
        </p:spPr>
      </p:sp>
      <p:sp>
        <p:nvSpPr>
          <p:cNvPr id="2" name="accent-line">
            <a:extLst xmlns:a="http://schemas.openxmlformats.org/drawingml/2006/main">
              <a:ext uri="{FF2B5EF4-FFF2-40B4-BE49-F238E27FC236}">
                <a16:creationId xmlns:a16="http://schemas.microsoft.com/office/drawing/2014/main" id="{7C63BFCF-5AE7-49FD-8A40-0CF26D89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9525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3" name="brand-label">
            <a:extLst xmlns:a="http://schemas.openxmlformats.org/drawingml/2006/main">
              <a:ext uri="{FF2B5EF4-FFF2-40B4-BE49-F238E27FC236}">
                <a16:creationId xmlns:a16="http://schemas.microsoft.com/office/drawing/2014/main" id="{5B451CF6-0377-443F-A308-AE314055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77CF6"/>
                </a:solidFill>
              </a:defRPr>
            </a:pPr>
            <a:r>
              <a:rPr sz="975" b="1">
                <a:solidFill>
                  <a:srgbClr val="377CF6"/>
                </a:solidFill>
              </a:rPr>
              <a:t>MINI LLM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379DE8B-3C82-417E-8B32-5D9DEA28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1341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</a:defRPr>
            </a:pPr>
            <a:r>
              <a:rPr sz="975" b="0">
                <a:solidFill>
                  <a:srgbClr val="66788A"/>
                </a:solidFill>
              </a:rPr>
              <a:t>09</a:t>
            </a:r>
          </a:p>
        </p:txBody>
      </p:sp>
      <p:sp>
        <p:nvSpPr>
          <p:cNvPr id="5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0FA50760-7A9F-4388-9558-3D95698E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77CF6"/>
                </a:solidFill>
              </a:defRPr>
            </a:pPr>
            <a:r>
              <a:rPr sz="975" b="1">
                <a:solidFill>
                  <a:srgbClr val="377CF6"/>
                </a:solidFill>
              </a:rPr>
              <a:t>KERNAUSSAGE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D2F657-DAA2-4DA0-9D36-E08F1639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Eine klare Aussage pro Folie</a:t>
            </a:r>
          </a:p>
        </p:txBody>
      </p:sp>
      <p:sp>
        <p:nvSpPr>
          <p:cNvPr id="7" name="slide-index">
            <a:extLst xmlns:a="http://schemas.openxmlformats.org/drawingml/2006/main">
              <a:ext uri="{FF2B5EF4-FFF2-40B4-BE49-F238E27FC236}">
                <a16:creationId xmlns:a16="http://schemas.microsoft.com/office/drawing/2014/main" id="{516894C8-EF7E-4BC4-8192-A2750579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9048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</a:defRPr>
            </a:pPr>
            <a:r>
              <a:rPr sz="975" b="0">
                <a:solidFill>
                  <a:srgbClr val="66788A"/>
                </a:solidFill>
              </a:rPr>
              <a:t>08</a:t>
            </a:r>
          </a:p>
        </p:txBody>
      </p:sp>
      <p:sp>
        <p:nvSpPr>
          <p:cNvPr id="8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1B5196CC-9115-475A-93F0-60585D7F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764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9" name="bullet-1">
            <a:extLst xmlns:a="http://schemas.openxmlformats.org/drawingml/2006/main">
              <a:ext uri="{FF2B5EF4-FFF2-40B4-BE49-F238E27FC236}">
                <a16:creationId xmlns:a16="http://schemas.microsoft.com/office/drawing/2014/main" id="{F0F700C3-764F-44A9-9238-746276E8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14550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24A"/>
                </a:solidFill>
              </a:defRPr>
            </a:pPr>
            <a:r>
              <a:rPr sz="1575" b="0">
                <a:solidFill>
                  <a:srgbClr val="18324A"/>
                </a:solidFill>
              </a:rPr>
              <a:t>Inhalt 1</a:t>
            </a:r>
          </a:p>
        </p:txBody>
      </p:sp>
      <p:sp>
        <p:nvSpPr>
          <p:cNvPr id="10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0403A269-4995-4786-84E4-1CAB484C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5752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11" name="bullet-2">
            <a:extLst xmlns:a="http://schemas.openxmlformats.org/drawingml/2006/main">
              <a:ext uri="{FF2B5EF4-FFF2-40B4-BE49-F238E27FC236}">
                <a16:creationId xmlns:a16="http://schemas.microsoft.com/office/drawing/2014/main" id="{01DBB456-08EF-463C-BB14-EBA678B9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95600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24A"/>
                </a:solidFill>
              </a:defRPr>
            </a:pPr>
            <a:r>
              <a:rPr sz="1575" b="0">
                <a:solidFill>
                  <a:srgbClr val="18324A"/>
                </a:solidFill>
              </a:rPr>
              <a:t>Inhalt 2</a:t>
            </a:r>
          </a:p>
        </p:txBody>
      </p:sp>
      <p:sp>
        <p:nvSpPr>
          <p:cNvPr id="12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734E2750-9027-43E9-ACD7-60411765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385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13" name="bullet-3">
            <a:extLst xmlns:a="http://schemas.openxmlformats.org/drawingml/2006/main">
              <a:ext uri="{FF2B5EF4-FFF2-40B4-BE49-F238E27FC236}">
                <a16:creationId xmlns:a16="http://schemas.microsoft.com/office/drawing/2014/main" id="{C874E2AF-EAE2-4E32-AFF4-26A92730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76650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24A"/>
                </a:solidFill>
              </a:defRPr>
            </a:pPr>
            <a:r>
              <a:rPr sz="1575" b="0">
                <a:solidFill>
                  <a:srgbClr val="18324A"/>
                </a:solidFill>
              </a:rPr>
              <a:t>Inhalt 3</a:t>
            </a:r>
          </a:p>
        </p:txBody>
      </p:sp>
      <p:sp>
        <p:nvSpPr>
          <p:cNvPr id="14" name="bullet-dot-4">
            <a:extLst xmlns:a="http://schemas.openxmlformats.org/drawingml/2006/main">
              <a:ext uri="{FF2B5EF4-FFF2-40B4-BE49-F238E27FC236}">
                <a16:creationId xmlns:a16="http://schemas.microsoft.com/office/drawing/2014/main" id="{34AA1F99-E3CA-4C93-B242-E4BC0A80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962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15" name="bullet-4">
            <a:extLst xmlns:a="http://schemas.openxmlformats.org/drawingml/2006/main">
              <a:ext uri="{FF2B5EF4-FFF2-40B4-BE49-F238E27FC236}">
                <a16:creationId xmlns:a16="http://schemas.microsoft.com/office/drawing/2014/main" id="{0E995ECA-FC9C-45E8-8E70-92797C0A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57700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24A"/>
                </a:solidFill>
              </a:defRPr>
            </a:pPr>
            <a:r>
              <a:rPr sz="1575" b="0">
                <a:solidFill>
                  <a:srgbClr val="18324A"/>
                </a:solidFill>
              </a:rPr>
              <a:t>Inhalt 4</a:t>
            </a:r>
          </a:p>
        </p:txBody>
      </p:sp>
      <p:sp>
        <p:nvSpPr>
          <p:cNvPr id="16" name="bullet-dot-5">
            <a:extLst xmlns:a="http://schemas.openxmlformats.org/drawingml/2006/main">
              <a:ext uri="{FF2B5EF4-FFF2-40B4-BE49-F238E27FC236}">
                <a16:creationId xmlns:a16="http://schemas.microsoft.com/office/drawing/2014/main" id="{682B3CC4-0B21-4533-AF2F-6ECAEC43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006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17" name="bullet-5">
            <a:extLst xmlns:a="http://schemas.openxmlformats.org/drawingml/2006/main">
              <a:ext uri="{FF2B5EF4-FFF2-40B4-BE49-F238E27FC236}">
                <a16:creationId xmlns:a16="http://schemas.microsoft.com/office/drawing/2014/main" id="{FF7D4F54-78A4-433B-920F-AECB8074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38750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24A"/>
                </a:solidFill>
              </a:defRPr>
            </a:pPr>
            <a:r>
              <a:rPr sz="1575" b="0">
                <a:solidFill>
                  <a:srgbClr val="18324A"/>
                </a:solidFill>
              </a:rPr>
              <a:t>Inhalt 5</a:t>
            </a:r>
          </a:p>
        </p:txBody>
      </p:sp>
      <p:sp>
        <p:nvSpPr>
          <p:cNvPr id="18" name="chart-frame">
            <a:extLst xmlns:a="http://schemas.openxmlformats.org/drawingml/2006/main">
              <a:ext uri="{FF2B5EF4-FFF2-40B4-BE49-F238E27FC236}">
                <a16:creationId xmlns:a16="http://schemas.microsoft.com/office/drawing/2014/main" id="{6C3F6F0B-0077-41C2-9203-46B0CFDF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14550"/>
            <a:ext cx="5048250" cy="33718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FD9E4"/>
            </a:solidFill>
            <a:prstDash val="solid"/>
          </a:ln>
        </p:spPr>
      </p:sp>
      <p:sp>
        <p:nvSpPr>
          <p:cNvPr id="19" name="chart-title">
            <a:extLst xmlns:a="http://schemas.openxmlformats.org/drawingml/2006/main">
              <a:ext uri="{FF2B5EF4-FFF2-40B4-BE49-F238E27FC236}">
                <a16:creationId xmlns:a16="http://schemas.microsoft.com/office/drawing/2014/main" id="{E00FA3B7-3A47-4AAF-97F7-2FCEB31B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145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Zahlen im Überblick</a:t>
            </a:r>
          </a:p>
        </p:txBody>
      </p:sp>
      <p:sp>
        <p:nvSpPr>
          <p:cNvPr id="20" name="chart-label-1">
            <a:extLst xmlns:a="http://schemas.openxmlformats.org/drawingml/2006/main">
              <a:ext uri="{FF2B5EF4-FFF2-40B4-BE49-F238E27FC236}">
                <a16:creationId xmlns:a16="http://schemas.microsoft.com/office/drawing/2014/main" id="{1C8DE21E-6D53-41F6-9E7B-C42A244E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3367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88A"/>
                </a:solidFill>
              </a:defRPr>
            </a:pPr>
            <a:r>
              <a:rPr sz="1050" b="0">
                <a:solidFill>
                  <a:srgbClr val="66788A"/>
                </a:solidFill>
              </a:rPr>
              <a:t>Wert 1</a:t>
            </a:r>
          </a:p>
        </p:txBody>
      </p:sp>
      <p:sp>
        <p:nvSpPr>
          <p:cNvPr id="21" name="chart-track-1">
            <a:extLst xmlns:a="http://schemas.openxmlformats.org/drawingml/2006/main">
              <a:ext uri="{FF2B5EF4-FFF2-40B4-BE49-F238E27FC236}">
                <a16:creationId xmlns:a16="http://schemas.microsoft.com/office/drawing/2014/main" id="{E5473BDD-5116-49C5-A71E-02770E9A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28925"/>
            <a:ext cx="20002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E7F1"/>
          </a:solidFill>
          <a:ln xmlns:a="http://schemas.openxmlformats.org/drawingml/2006/main" w="0">
            <a:solidFill>
              <a:srgbClr val="DEE7F1"/>
            </a:solidFill>
            <a:prstDash val="solid"/>
          </a:ln>
        </p:spPr>
      </p:sp>
      <p:sp>
        <p:nvSpPr>
          <p:cNvPr id="22" name="chart-bar-1">
            <a:extLst xmlns:a="http://schemas.openxmlformats.org/drawingml/2006/main">
              <a:ext uri="{FF2B5EF4-FFF2-40B4-BE49-F238E27FC236}">
                <a16:creationId xmlns:a16="http://schemas.microsoft.com/office/drawing/2014/main" id="{74D26E56-6005-4E34-9A68-1C313485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28925"/>
            <a:ext cx="1333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23" name="chart-value-1">
            <a:extLst xmlns:a="http://schemas.openxmlformats.org/drawingml/2006/main">
              <a:ext uri="{FF2B5EF4-FFF2-40B4-BE49-F238E27FC236}">
                <a16:creationId xmlns:a16="http://schemas.microsoft.com/office/drawing/2014/main" id="{E4652988-EB23-4AB1-87CA-6FE9EDDA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79082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10%</a:t>
            </a:r>
          </a:p>
        </p:txBody>
      </p:sp>
      <p:sp>
        <p:nvSpPr>
          <p:cNvPr id="24" name="chart-label-2">
            <a:extLst xmlns:a="http://schemas.openxmlformats.org/drawingml/2006/main">
              <a:ext uri="{FF2B5EF4-FFF2-40B4-BE49-F238E27FC236}">
                <a16:creationId xmlns:a16="http://schemas.microsoft.com/office/drawing/2014/main" id="{6107E076-9046-441F-98F1-E543C92B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2897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88A"/>
                </a:solidFill>
              </a:defRPr>
            </a:pPr>
            <a:r>
              <a:rPr sz="1050" b="0">
                <a:solidFill>
                  <a:srgbClr val="66788A"/>
                </a:solidFill>
              </a:rPr>
              <a:t>Wert 2</a:t>
            </a:r>
          </a:p>
        </p:txBody>
      </p:sp>
      <p:sp>
        <p:nvSpPr>
          <p:cNvPr id="25" name="chart-track-2">
            <a:extLst xmlns:a="http://schemas.openxmlformats.org/drawingml/2006/main">
              <a:ext uri="{FF2B5EF4-FFF2-40B4-BE49-F238E27FC236}">
                <a16:creationId xmlns:a16="http://schemas.microsoft.com/office/drawing/2014/main" id="{51A3343E-23FE-46D9-A111-BCC14D32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24225"/>
            <a:ext cx="20002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E7F1"/>
          </a:solidFill>
          <a:ln xmlns:a="http://schemas.openxmlformats.org/drawingml/2006/main" w="0">
            <a:solidFill>
              <a:srgbClr val="DEE7F1"/>
            </a:solidFill>
            <a:prstDash val="solid"/>
          </a:ln>
        </p:spPr>
      </p:sp>
      <p:sp>
        <p:nvSpPr>
          <p:cNvPr id="26" name="chart-bar-2">
            <a:extLst xmlns:a="http://schemas.openxmlformats.org/drawingml/2006/main">
              <a:ext uri="{FF2B5EF4-FFF2-40B4-BE49-F238E27FC236}">
                <a16:creationId xmlns:a16="http://schemas.microsoft.com/office/drawing/2014/main" id="{50B344E6-489A-4916-B0A2-5E3EA9E8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24225"/>
            <a:ext cx="1333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27" name="chart-value-2">
            <a:extLst xmlns:a="http://schemas.openxmlformats.org/drawingml/2006/main">
              <a:ext uri="{FF2B5EF4-FFF2-40B4-BE49-F238E27FC236}">
                <a16:creationId xmlns:a16="http://schemas.microsoft.com/office/drawing/2014/main" id="{20C66A56-7954-4A21-8837-113C3694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8612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20%</a:t>
            </a:r>
          </a:p>
        </p:txBody>
      </p:sp>
      <p:sp>
        <p:nvSpPr>
          <p:cNvPr id="28" name="chart-label-3">
            <a:extLst xmlns:a="http://schemas.openxmlformats.org/drawingml/2006/main">
              <a:ext uri="{FF2B5EF4-FFF2-40B4-BE49-F238E27FC236}">
                <a16:creationId xmlns:a16="http://schemas.microsoft.com/office/drawing/2014/main" id="{156676B3-89F7-488A-8D26-3E6245DE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2427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88A"/>
                </a:solidFill>
              </a:defRPr>
            </a:pPr>
            <a:r>
              <a:rPr sz="1050" b="0">
                <a:solidFill>
                  <a:srgbClr val="66788A"/>
                </a:solidFill>
              </a:rPr>
              <a:t>Wert 3</a:t>
            </a:r>
          </a:p>
        </p:txBody>
      </p:sp>
      <p:sp>
        <p:nvSpPr>
          <p:cNvPr id="29" name="chart-track-3">
            <a:extLst xmlns:a="http://schemas.openxmlformats.org/drawingml/2006/main">
              <a:ext uri="{FF2B5EF4-FFF2-40B4-BE49-F238E27FC236}">
                <a16:creationId xmlns:a16="http://schemas.microsoft.com/office/drawing/2014/main" id="{0BA01A13-62AD-406D-A977-035E247A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19525"/>
            <a:ext cx="20002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E7F1"/>
          </a:solidFill>
          <a:ln xmlns:a="http://schemas.openxmlformats.org/drawingml/2006/main" w="0">
            <a:solidFill>
              <a:srgbClr val="DEE7F1"/>
            </a:solidFill>
            <a:prstDash val="solid"/>
          </a:ln>
        </p:spPr>
      </p:sp>
      <p:sp>
        <p:nvSpPr>
          <p:cNvPr id="30" name="chart-bar-3">
            <a:extLst xmlns:a="http://schemas.openxmlformats.org/drawingml/2006/main">
              <a:ext uri="{FF2B5EF4-FFF2-40B4-BE49-F238E27FC236}">
                <a16:creationId xmlns:a16="http://schemas.microsoft.com/office/drawing/2014/main" id="{6DC3C878-AC6C-49DF-BD69-9AC39DBA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19525"/>
            <a:ext cx="1333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31" name="chart-value-3">
            <a:extLst xmlns:a="http://schemas.openxmlformats.org/drawingml/2006/main">
              <a:ext uri="{FF2B5EF4-FFF2-40B4-BE49-F238E27FC236}">
                <a16:creationId xmlns:a16="http://schemas.microsoft.com/office/drawing/2014/main" id="{A19B542B-C554-4291-B464-E803A34C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78142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30%</a:t>
            </a:r>
          </a:p>
        </p:txBody>
      </p:sp>
      <p:sp>
        <p:nvSpPr>
          <p:cNvPr id="32" name="chart-label-4">
            <a:extLst xmlns:a="http://schemas.openxmlformats.org/drawingml/2006/main">
              <a:ext uri="{FF2B5EF4-FFF2-40B4-BE49-F238E27FC236}">
                <a16:creationId xmlns:a16="http://schemas.microsoft.com/office/drawing/2014/main" id="{CFC802A4-7CE5-45BB-8BB6-67F28782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1957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88A"/>
                </a:solidFill>
              </a:defRPr>
            </a:pPr>
            <a:r>
              <a:rPr sz="1050" b="0">
                <a:solidFill>
                  <a:srgbClr val="66788A"/>
                </a:solidFill>
              </a:rPr>
              <a:t>Wert 4</a:t>
            </a:r>
          </a:p>
        </p:txBody>
      </p:sp>
      <p:sp>
        <p:nvSpPr>
          <p:cNvPr id="33" name="chart-track-4">
            <a:extLst xmlns:a="http://schemas.openxmlformats.org/drawingml/2006/main">
              <a:ext uri="{FF2B5EF4-FFF2-40B4-BE49-F238E27FC236}">
                <a16:creationId xmlns:a16="http://schemas.microsoft.com/office/drawing/2014/main" id="{E72B4BCB-1896-4B08-858F-36BBBF25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14825"/>
            <a:ext cx="20002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E7F1"/>
          </a:solidFill>
          <a:ln xmlns:a="http://schemas.openxmlformats.org/drawingml/2006/main" w="0">
            <a:solidFill>
              <a:srgbClr val="DEE7F1"/>
            </a:solidFill>
            <a:prstDash val="solid"/>
          </a:ln>
        </p:spPr>
      </p:sp>
      <p:sp>
        <p:nvSpPr>
          <p:cNvPr id="34" name="chart-bar-4">
            <a:extLst xmlns:a="http://schemas.openxmlformats.org/drawingml/2006/main">
              <a:ext uri="{FF2B5EF4-FFF2-40B4-BE49-F238E27FC236}">
                <a16:creationId xmlns:a16="http://schemas.microsoft.com/office/drawing/2014/main" id="{EE46D83E-747C-43C3-9983-BF59309E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14825"/>
            <a:ext cx="1333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35" name="chart-value-4">
            <a:extLst xmlns:a="http://schemas.openxmlformats.org/drawingml/2006/main">
              <a:ext uri="{FF2B5EF4-FFF2-40B4-BE49-F238E27FC236}">
                <a16:creationId xmlns:a16="http://schemas.microsoft.com/office/drawing/2014/main" id="{21ECBDFC-2DE6-4218-A4FA-53BAE42B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27672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40%</a:t>
            </a:r>
          </a:p>
        </p:txBody>
      </p:sp>
      <p:sp>
        <p:nvSpPr>
          <p:cNvPr id="36" name="chart-label-5">
            <a:extLst xmlns:a="http://schemas.openxmlformats.org/drawingml/2006/main">
              <a:ext uri="{FF2B5EF4-FFF2-40B4-BE49-F238E27FC236}">
                <a16:creationId xmlns:a16="http://schemas.microsoft.com/office/drawing/2014/main" id="{D2963652-26C6-42DA-B91A-F4AE332A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1487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88A"/>
                </a:solidFill>
              </a:defRPr>
            </a:pPr>
            <a:r>
              <a:rPr sz="1050" b="0">
                <a:solidFill>
                  <a:srgbClr val="66788A"/>
                </a:solidFill>
              </a:rPr>
              <a:t>Wert 5</a:t>
            </a:r>
          </a:p>
        </p:txBody>
      </p:sp>
      <p:sp>
        <p:nvSpPr>
          <p:cNvPr id="37" name="chart-track-5">
            <a:extLst xmlns:a="http://schemas.openxmlformats.org/drawingml/2006/main">
              <a:ext uri="{FF2B5EF4-FFF2-40B4-BE49-F238E27FC236}">
                <a16:creationId xmlns:a16="http://schemas.microsoft.com/office/drawing/2014/main" id="{2B43E91F-3247-44E9-9EBC-7385DA9F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10125"/>
            <a:ext cx="20002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E7F1"/>
          </a:solidFill>
          <a:ln xmlns:a="http://schemas.openxmlformats.org/drawingml/2006/main" w="0">
            <a:solidFill>
              <a:srgbClr val="DEE7F1"/>
            </a:solidFill>
            <a:prstDash val="solid"/>
          </a:ln>
        </p:spPr>
      </p:sp>
      <p:sp>
        <p:nvSpPr>
          <p:cNvPr id="38" name="chart-bar-5">
            <a:extLst xmlns:a="http://schemas.openxmlformats.org/drawingml/2006/main">
              <a:ext uri="{FF2B5EF4-FFF2-40B4-BE49-F238E27FC236}">
                <a16:creationId xmlns:a16="http://schemas.microsoft.com/office/drawing/2014/main" id="{E2FE67AA-3BEA-492B-B079-E7848AB6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10125"/>
            <a:ext cx="1333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39" name="chart-value-5">
            <a:extLst xmlns:a="http://schemas.openxmlformats.org/drawingml/2006/main">
              <a:ext uri="{FF2B5EF4-FFF2-40B4-BE49-F238E27FC236}">
                <a16:creationId xmlns:a16="http://schemas.microsoft.com/office/drawing/2014/main" id="{5659960D-1051-4C91-A4CE-93AF7DAB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77202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50%</a:t>
            </a:r>
          </a:p>
        </p:txBody>
      </p:sp>
      <p:sp>
        <p:nvSpPr>
          <p:cNvPr id="40" name="metric-big-value">
            <a:extLst xmlns:a="http://schemas.openxmlformats.org/drawingml/2006/main">
              <a:ext uri="{FF2B5EF4-FFF2-40B4-BE49-F238E27FC236}">
                <a16:creationId xmlns:a16="http://schemas.microsoft.com/office/drawing/2014/main" id="{9DD652B9-95FD-4267-A684-A389C0EA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05150"/>
            <a:ext cx="4095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377CF6"/>
                </a:solidFill>
              </a:defRPr>
            </a:pPr>
            <a:r>
              <a:rPr sz="4800" b="1">
                <a:solidFill>
                  <a:srgbClr val="377CF6"/>
                </a:solidFill>
              </a:rPr>
              <a:t>42 %</a:t>
            </a:r>
          </a:p>
        </p:txBody>
      </p:sp>
      <p:sp>
        <p:nvSpPr>
          <p:cNvPr id="41" name="metric-big-label">
            <a:extLst xmlns:a="http://schemas.openxmlformats.org/drawingml/2006/main">
              <a:ext uri="{FF2B5EF4-FFF2-40B4-BE49-F238E27FC236}">
                <a16:creationId xmlns:a16="http://schemas.microsoft.com/office/drawing/2014/main" id="{8AEEEE9B-2696-4CB5-AFCC-01E8227E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7670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88A"/>
                </a:solidFill>
              </a:defRPr>
            </a:pPr>
            <a:r>
              <a:rPr sz="1500" b="0">
                <a:solidFill>
                  <a:srgbClr val="66788A"/>
                </a:solidFill>
              </a:rPr>
              <a:t>Zentrale Kennzahl</a:t>
            </a:r>
          </a:p>
        </p:txBody>
      </p:sp>
    </p:spTree>
    <p:extLst>
      <p:ext uri="{BB962C8B-B14F-4D97-AF65-F5344CB8AC3E}">
        <p14:creationId xmlns:p14="http://schemas.microsoft.com/office/powerpoint/2010/main" val="17012093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minimal-frame">
            <a:extLst xmlns:a="http://schemas.openxmlformats.org/drawingml/2006/main">
              <a:ext uri="{FF2B5EF4-FFF2-40B4-BE49-F238E27FC236}">
                <a16:creationId xmlns:a16="http://schemas.microsoft.com/office/drawing/2014/main" id="{110BA1C6-105C-491F-ACF9-DB2378CA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oundRect">
            <a:avLst>
              <a:gd name="adj" fmla="val 18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9E4"/>
            </a:solidFill>
            <a:prstDash val="solid"/>
          </a:ln>
        </p:spPr>
      </p:sp>
      <p:sp>
        <p:nvSpPr>
          <p:cNvPr id="2" name="accent-line">
            <a:extLst xmlns:a="http://schemas.openxmlformats.org/drawingml/2006/main">
              <a:ext uri="{FF2B5EF4-FFF2-40B4-BE49-F238E27FC236}">
                <a16:creationId xmlns:a16="http://schemas.microsoft.com/office/drawing/2014/main" id="{0BA95A86-52E6-4A45-920D-071975BB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9525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3" name="brand-label">
            <a:extLst xmlns:a="http://schemas.openxmlformats.org/drawingml/2006/main">
              <a:ext uri="{FF2B5EF4-FFF2-40B4-BE49-F238E27FC236}">
                <a16:creationId xmlns:a16="http://schemas.microsoft.com/office/drawing/2014/main" id="{CC7965BE-C953-44E6-9F53-1241CCC9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77CF6"/>
                </a:solidFill>
              </a:defRPr>
            </a:pPr>
            <a:r>
              <a:rPr sz="975" b="1">
                <a:solidFill>
                  <a:srgbClr val="377CF6"/>
                </a:solidFill>
              </a:rPr>
              <a:t>MINI LLM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993FB2E-7278-463E-809A-3A3051EF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1341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</a:defRPr>
            </a:pPr>
            <a:r>
              <a:rPr sz="975" b="0">
                <a:solidFill>
                  <a:srgbClr val="66788A"/>
                </a:solidFill>
              </a:rPr>
              <a:t>10</a:t>
            </a:r>
          </a:p>
        </p:txBody>
      </p:sp>
      <p:sp>
        <p:nvSpPr>
          <p:cNvPr id="5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1CA32D84-5194-4B88-92E2-EA36DA39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77CF6"/>
                </a:solidFill>
              </a:defRPr>
            </a:pPr>
            <a:r>
              <a:rPr sz="975" b="1">
                <a:solidFill>
                  <a:srgbClr val="377CF6"/>
                </a:solidFill>
              </a:rPr>
              <a:t>KERNAUSSAGE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8E7840-EE54-4874-8F58-E677A2F7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Eine klare Aussage pro Folie</a:t>
            </a:r>
          </a:p>
        </p:txBody>
      </p:sp>
      <p:sp>
        <p:nvSpPr>
          <p:cNvPr id="7" name="slide-index">
            <a:extLst xmlns:a="http://schemas.openxmlformats.org/drawingml/2006/main">
              <a:ext uri="{FF2B5EF4-FFF2-40B4-BE49-F238E27FC236}">
                <a16:creationId xmlns:a16="http://schemas.microsoft.com/office/drawing/2014/main" id="{1E094898-1496-461E-82C7-7AB8DA6F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9048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</a:defRPr>
            </a:pPr>
            <a:r>
              <a:rPr sz="975" b="0">
                <a:solidFill>
                  <a:srgbClr val="66788A"/>
                </a:solidFill>
              </a:rPr>
              <a:t>09</a:t>
            </a:r>
          </a:p>
        </p:txBody>
      </p:sp>
      <p:sp>
        <p:nvSpPr>
          <p:cNvPr id="8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49EC43D6-D7D8-4E42-A455-6FC0C514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764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9" name="bullet-1">
            <a:extLst xmlns:a="http://schemas.openxmlformats.org/drawingml/2006/main">
              <a:ext uri="{FF2B5EF4-FFF2-40B4-BE49-F238E27FC236}">
                <a16:creationId xmlns:a16="http://schemas.microsoft.com/office/drawing/2014/main" id="{E13214CD-D6A0-462F-A532-C6043E2F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14550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24A"/>
                </a:solidFill>
              </a:defRPr>
            </a:pPr>
            <a:r>
              <a:rPr sz="1575" b="0">
                <a:solidFill>
                  <a:srgbClr val="18324A"/>
                </a:solidFill>
              </a:rPr>
              <a:t>Inhalt 1</a:t>
            </a:r>
          </a:p>
        </p:txBody>
      </p:sp>
      <p:sp>
        <p:nvSpPr>
          <p:cNvPr id="10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6D1888F5-D9A2-41D6-9081-F247C822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5752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11" name="bullet-2">
            <a:extLst xmlns:a="http://schemas.openxmlformats.org/drawingml/2006/main">
              <a:ext uri="{FF2B5EF4-FFF2-40B4-BE49-F238E27FC236}">
                <a16:creationId xmlns:a16="http://schemas.microsoft.com/office/drawing/2014/main" id="{619EE780-85B8-4052-AD50-22037106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95600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24A"/>
                </a:solidFill>
              </a:defRPr>
            </a:pPr>
            <a:r>
              <a:rPr sz="1575" b="0">
                <a:solidFill>
                  <a:srgbClr val="18324A"/>
                </a:solidFill>
              </a:rPr>
              <a:t>Inhalt 2</a:t>
            </a:r>
          </a:p>
        </p:txBody>
      </p:sp>
      <p:sp>
        <p:nvSpPr>
          <p:cNvPr id="12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C121EDEE-B78C-4E65-B079-984A651C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385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13" name="bullet-3">
            <a:extLst xmlns:a="http://schemas.openxmlformats.org/drawingml/2006/main">
              <a:ext uri="{FF2B5EF4-FFF2-40B4-BE49-F238E27FC236}">
                <a16:creationId xmlns:a16="http://schemas.microsoft.com/office/drawing/2014/main" id="{220A1CD2-3613-4C8C-9D0B-EBA0C81C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76650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24A"/>
                </a:solidFill>
              </a:defRPr>
            </a:pPr>
            <a:r>
              <a:rPr sz="1575" b="0">
                <a:solidFill>
                  <a:srgbClr val="18324A"/>
                </a:solidFill>
              </a:rPr>
              <a:t>Inhalt 3</a:t>
            </a:r>
          </a:p>
        </p:txBody>
      </p:sp>
      <p:sp>
        <p:nvSpPr>
          <p:cNvPr id="14" name="bullet-dot-4">
            <a:extLst xmlns:a="http://schemas.openxmlformats.org/drawingml/2006/main">
              <a:ext uri="{FF2B5EF4-FFF2-40B4-BE49-F238E27FC236}">
                <a16:creationId xmlns:a16="http://schemas.microsoft.com/office/drawing/2014/main" id="{E1DA667A-D7FF-40FD-BB76-07891F46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962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15" name="bullet-4">
            <a:extLst xmlns:a="http://schemas.openxmlformats.org/drawingml/2006/main">
              <a:ext uri="{FF2B5EF4-FFF2-40B4-BE49-F238E27FC236}">
                <a16:creationId xmlns:a16="http://schemas.microsoft.com/office/drawing/2014/main" id="{3870FEF8-4BC9-453A-9AB6-0E488981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57700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24A"/>
                </a:solidFill>
              </a:defRPr>
            </a:pPr>
            <a:r>
              <a:rPr sz="1575" b="0">
                <a:solidFill>
                  <a:srgbClr val="18324A"/>
                </a:solidFill>
              </a:rPr>
              <a:t>Inhalt 4</a:t>
            </a:r>
          </a:p>
        </p:txBody>
      </p:sp>
      <p:sp>
        <p:nvSpPr>
          <p:cNvPr id="16" name="bullet-dot-5">
            <a:extLst xmlns:a="http://schemas.openxmlformats.org/drawingml/2006/main">
              <a:ext uri="{FF2B5EF4-FFF2-40B4-BE49-F238E27FC236}">
                <a16:creationId xmlns:a16="http://schemas.microsoft.com/office/drawing/2014/main" id="{31F0DD7F-F575-40BF-9B62-0BB91AEC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006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17" name="bullet-5">
            <a:extLst xmlns:a="http://schemas.openxmlformats.org/drawingml/2006/main">
              <a:ext uri="{FF2B5EF4-FFF2-40B4-BE49-F238E27FC236}">
                <a16:creationId xmlns:a16="http://schemas.microsoft.com/office/drawing/2014/main" id="{50A6416A-72E3-4D3F-9C77-D355AB41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38750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24A"/>
                </a:solidFill>
              </a:defRPr>
            </a:pPr>
            <a:r>
              <a:rPr sz="1575" b="0">
                <a:solidFill>
                  <a:srgbClr val="18324A"/>
                </a:solidFill>
              </a:rPr>
              <a:t>Inhalt 5</a:t>
            </a:r>
          </a:p>
        </p:txBody>
      </p:sp>
      <p:sp>
        <p:nvSpPr>
          <p:cNvPr id="18" name="chart-frame">
            <a:extLst xmlns:a="http://schemas.openxmlformats.org/drawingml/2006/main">
              <a:ext uri="{FF2B5EF4-FFF2-40B4-BE49-F238E27FC236}">
                <a16:creationId xmlns:a16="http://schemas.microsoft.com/office/drawing/2014/main" id="{EC8BB30D-C000-4DF0-ADE1-06AAA82A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14550"/>
            <a:ext cx="5048250" cy="33718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FD9E4"/>
            </a:solidFill>
            <a:prstDash val="solid"/>
          </a:ln>
        </p:spPr>
      </p:sp>
      <p:sp>
        <p:nvSpPr>
          <p:cNvPr id="19" name="chart-title">
            <a:extLst xmlns:a="http://schemas.openxmlformats.org/drawingml/2006/main">
              <a:ext uri="{FF2B5EF4-FFF2-40B4-BE49-F238E27FC236}">
                <a16:creationId xmlns:a16="http://schemas.microsoft.com/office/drawing/2014/main" id="{D2CE24DF-97CE-4E9D-8706-A51D6DF8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145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Zahlen im Überblick</a:t>
            </a:r>
          </a:p>
        </p:txBody>
      </p:sp>
      <p:sp>
        <p:nvSpPr>
          <p:cNvPr id="20" name="chart-label-1">
            <a:extLst xmlns:a="http://schemas.openxmlformats.org/drawingml/2006/main">
              <a:ext uri="{FF2B5EF4-FFF2-40B4-BE49-F238E27FC236}">
                <a16:creationId xmlns:a16="http://schemas.microsoft.com/office/drawing/2014/main" id="{1F007724-B3E9-4D43-9334-61437452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3367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88A"/>
                </a:solidFill>
              </a:defRPr>
            </a:pPr>
            <a:r>
              <a:rPr sz="1050" b="0">
                <a:solidFill>
                  <a:srgbClr val="66788A"/>
                </a:solidFill>
              </a:rPr>
              <a:t>Wert 1</a:t>
            </a:r>
          </a:p>
        </p:txBody>
      </p:sp>
      <p:sp>
        <p:nvSpPr>
          <p:cNvPr id="21" name="chart-track-1">
            <a:extLst xmlns:a="http://schemas.openxmlformats.org/drawingml/2006/main">
              <a:ext uri="{FF2B5EF4-FFF2-40B4-BE49-F238E27FC236}">
                <a16:creationId xmlns:a16="http://schemas.microsoft.com/office/drawing/2014/main" id="{60A2BD38-ACE0-4969-855C-3ED50E46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28925"/>
            <a:ext cx="20002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E7F1"/>
          </a:solidFill>
          <a:ln xmlns:a="http://schemas.openxmlformats.org/drawingml/2006/main" w="0">
            <a:solidFill>
              <a:srgbClr val="DEE7F1"/>
            </a:solidFill>
            <a:prstDash val="solid"/>
          </a:ln>
        </p:spPr>
      </p:sp>
      <p:sp>
        <p:nvSpPr>
          <p:cNvPr id="22" name="chart-bar-1">
            <a:extLst xmlns:a="http://schemas.openxmlformats.org/drawingml/2006/main">
              <a:ext uri="{FF2B5EF4-FFF2-40B4-BE49-F238E27FC236}">
                <a16:creationId xmlns:a16="http://schemas.microsoft.com/office/drawing/2014/main" id="{4BBFBD80-061A-422C-9228-4926A2B5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28925"/>
            <a:ext cx="1333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23" name="chart-value-1">
            <a:extLst xmlns:a="http://schemas.openxmlformats.org/drawingml/2006/main">
              <a:ext uri="{FF2B5EF4-FFF2-40B4-BE49-F238E27FC236}">
                <a16:creationId xmlns:a16="http://schemas.microsoft.com/office/drawing/2014/main" id="{1D7A35B8-438E-49CC-9D32-6B77756B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79082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10%</a:t>
            </a:r>
          </a:p>
        </p:txBody>
      </p:sp>
      <p:sp>
        <p:nvSpPr>
          <p:cNvPr id="24" name="chart-label-2">
            <a:extLst xmlns:a="http://schemas.openxmlformats.org/drawingml/2006/main">
              <a:ext uri="{FF2B5EF4-FFF2-40B4-BE49-F238E27FC236}">
                <a16:creationId xmlns:a16="http://schemas.microsoft.com/office/drawing/2014/main" id="{AC50EFFC-C5B1-43BD-8F01-9EB670DC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2897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88A"/>
                </a:solidFill>
              </a:defRPr>
            </a:pPr>
            <a:r>
              <a:rPr sz="1050" b="0">
                <a:solidFill>
                  <a:srgbClr val="66788A"/>
                </a:solidFill>
              </a:rPr>
              <a:t>Wert 2</a:t>
            </a:r>
          </a:p>
        </p:txBody>
      </p:sp>
      <p:sp>
        <p:nvSpPr>
          <p:cNvPr id="25" name="chart-track-2">
            <a:extLst xmlns:a="http://schemas.openxmlformats.org/drawingml/2006/main">
              <a:ext uri="{FF2B5EF4-FFF2-40B4-BE49-F238E27FC236}">
                <a16:creationId xmlns:a16="http://schemas.microsoft.com/office/drawing/2014/main" id="{FD562F67-3273-425B-A030-A132383B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24225"/>
            <a:ext cx="20002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E7F1"/>
          </a:solidFill>
          <a:ln xmlns:a="http://schemas.openxmlformats.org/drawingml/2006/main" w="0">
            <a:solidFill>
              <a:srgbClr val="DEE7F1"/>
            </a:solidFill>
            <a:prstDash val="solid"/>
          </a:ln>
        </p:spPr>
      </p:sp>
      <p:sp>
        <p:nvSpPr>
          <p:cNvPr id="26" name="chart-bar-2">
            <a:extLst xmlns:a="http://schemas.openxmlformats.org/drawingml/2006/main">
              <a:ext uri="{FF2B5EF4-FFF2-40B4-BE49-F238E27FC236}">
                <a16:creationId xmlns:a16="http://schemas.microsoft.com/office/drawing/2014/main" id="{56725E99-A8D8-48CA-BBF3-C9FA450F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24225"/>
            <a:ext cx="1333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27" name="chart-value-2">
            <a:extLst xmlns:a="http://schemas.openxmlformats.org/drawingml/2006/main">
              <a:ext uri="{FF2B5EF4-FFF2-40B4-BE49-F238E27FC236}">
                <a16:creationId xmlns:a16="http://schemas.microsoft.com/office/drawing/2014/main" id="{DC81AA91-2D52-4C1D-B8CE-7E03F6C1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8612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20%</a:t>
            </a:r>
          </a:p>
        </p:txBody>
      </p:sp>
      <p:sp>
        <p:nvSpPr>
          <p:cNvPr id="28" name="chart-label-3">
            <a:extLst xmlns:a="http://schemas.openxmlformats.org/drawingml/2006/main">
              <a:ext uri="{FF2B5EF4-FFF2-40B4-BE49-F238E27FC236}">
                <a16:creationId xmlns:a16="http://schemas.microsoft.com/office/drawing/2014/main" id="{D031CB30-E853-4480-B5AF-ECD83F43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2427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88A"/>
                </a:solidFill>
              </a:defRPr>
            </a:pPr>
            <a:r>
              <a:rPr sz="1050" b="0">
                <a:solidFill>
                  <a:srgbClr val="66788A"/>
                </a:solidFill>
              </a:rPr>
              <a:t>Wert 3</a:t>
            </a:r>
          </a:p>
        </p:txBody>
      </p:sp>
      <p:sp>
        <p:nvSpPr>
          <p:cNvPr id="29" name="chart-track-3">
            <a:extLst xmlns:a="http://schemas.openxmlformats.org/drawingml/2006/main">
              <a:ext uri="{FF2B5EF4-FFF2-40B4-BE49-F238E27FC236}">
                <a16:creationId xmlns:a16="http://schemas.microsoft.com/office/drawing/2014/main" id="{B576AABB-C4EE-49CA-A7FF-C1FC36D5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19525"/>
            <a:ext cx="20002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E7F1"/>
          </a:solidFill>
          <a:ln xmlns:a="http://schemas.openxmlformats.org/drawingml/2006/main" w="0">
            <a:solidFill>
              <a:srgbClr val="DEE7F1"/>
            </a:solidFill>
            <a:prstDash val="solid"/>
          </a:ln>
        </p:spPr>
      </p:sp>
      <p:sp>
        <p:nvSpPr>
          <p:cNvPr id="30" name="chart-bar-3">
            <a:extLst xmlns:a="http://schemas.openxmlformats.org/drawingml/2006/main">
              <a:ext uri="{FF2B5EF4-FFF2-40B4-BE49-F238E27FC236}">
                <a16:creationId xmlns:a16="http://schemas.microsoft.com/office/drawing/2014/main" id="{3FBF5CEA-E0D9-4917-B11B-E359BC7A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19525"/>
            <a:ext cx="1333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31" name="chart-value-3">
            <a:extLst xmlns:a="http://schemas.openxmlformats.org/drawingml/2006/main">
              <a:ext uri="{FF2B5EF4-FFF2-40B4-BE49-F238E27FC236}">
                <a16:creationId xmlns:a16="http://schemas.microsoft.com/office/drawing/2014/main" id="{2C2C1EB6-59F6-4947-97B4-E04B20D4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78142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30%</a:t>
            </a:r>
          </a:p>
        </p:txBody>
      </p:sp>
      <p:sp>
        <p:nvSpPr>
          <p:cNvPr id="32" name="chart-label-4">
            <a:extLst xmlns:a="http://schemas.openxmlformats.org/drawingml/2006/main">
              <a:ext uri="{FF2B5EF4-FFF2-40B4-BE49-F238E27FC236}">
                <a16:creationId xmlns:a16="http://schemas.microsoft.com/office/drawing/2014/main" id="{85C543A8-7D78-424B-9AE3-136357D0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1957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88A"/>
                </a:solidFill>
              </a:defRPr>
            </a:pPr>
            <a:r>
              <a:rPr sz="1050" b="0">
                <a:solidFill>
                  <a:srgbClr val="66788A"/>
                </a:solidFill>
              </a:rPr>
              <a:t>Wert 4</a:t>
            </a:r>
          </a:p>
        </p:txBody>
      </p:sp>
      <p:sp>
        <p:nvSpPr>
          <p:cNvPr id="33" name="chart-track-4">
            <a:extLst xmlns:a="http://schemas.openxmlformats.org/drawingml/2006/main">
              <a:ext uri="{FF2B5EF4-FFF2-40B4-BE49-F238E27FC236}">
                <a16:creationId xmlns:a16="http://schemas.microsoft.com/office/drawing/2014/main" id="{7409EAA4-07E6-418A-88BF-0DA01494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14825"/>
            <a:ext cx="20002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E7F1"/>
          </a:solidFill>
          <a:ln xmlns:a="http://schemas.openxmlformats.org/drawingml/2006/main" w="0">
            <a:solidFill>
              <a:srgbClr val="DEE7F1"/>
            </a:solidFill>
            <a:prstDash val="solid"/>
          </a:ln>
        </p:spPr>
      </p:sp>
      <p:sp>
        <p:nvSpPr>
          <p:cNvPr id="34" name="chart-bar-4">
            <a:extLst xmlns:a="http://schemas.openxmlformats.org/drawingml/2006/main">
              <a:ext uri="{FF2B5EF4-FFF2-40B4-BE49-F238E27FC236}">
                <a16:creationId xmlns:a16="http://schemas.microsoft.com/office/drawing/2014/main" id="{482C3FE8-BEA6-496C-836C-43B013F9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14825"/>
            <a:ext cx="1333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35" name="chart-value-4">
            <a:extLst xmlns:a="http://schemas.openxmlformats.org/drawingml/2006/main">
              <a:ext uri="{FF2B5EF4-FFF2-40B4-BE49-F238E27FC236}">
                <a16:creationId xmlns:a16="http://schemas.microsoft.com/office/drawing/2014/main" id="{54A68C10-8656-4DA1-AF87-28B3CFC5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27672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40%</a:t>
            </a:r>
          </a:p>
        </p:txBody>
      </p:sp>
      <p:sp>
        <p:nvSpPr>
          <p:cNvPr id="36" name="chart-label-5">
            <a:extLst xmlns:a="http://schemas.openxmlformats.org/drawingml/2006/main">
              <a:ext uri="{FF2B5EF4-FFF2-40B4-BE49-F238E27FC236}">
                <a16:creationId xmlns:a16="http://schemas.microsoft.com/office/drawing/2014/main" id="{3E87C911-40D5-41E8-9A79-F60C086F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1487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88A"/>
                </a:solidFill>
              </a:defRPr>
            </a:pPr>
            <a:r>
              <a:rPr sz="1050" b="0">
                <a:solidFill>
                  <a:srgbClr val="66788A"/>
                </a:solidFill>
              </a:rPr>
              <a:t>Wert 5</a:t>
            </a:r>
          </a:p>
        </p:txBody>
      </p:sp>
      <p:sp>
        <p:nvSpPr>
          <p:cNvPr id="37" name="chart-track-5">
            <a:extLst xmlns:a="http://schemas.openxmlformats.org/drawingml/2006/main">
              <a:ext uri="{FF2B5EF4-FFF2-40B4-BE49-F238E27FC236}">
                <a16:creationId xmlns:a16="http://schemas.microsoft.com/office/drawing/2014/main" id="{D57E1698-25F6-4F3D-9B11-ABE05C33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10125"/>
            <a:ext cx="20002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E7F1"/>
          </a:solidFill>
          <a:ln xmlns:a="http://schemas.openxmlformats.org/drawingml/2006/main" w="0">
            <a:solidFill>
              <a:srgbClr val="DEE7F1"/>
            </a:solidFill>
            <a:prstDash val="solid"/>
          </a:ln>
        </p:spPr>
      </p:sp>
      <p:sp>
        <p:nvSpPr>
          <p:cNvPr id="38" name="chart-bar-5">
            <a:extLst xmlns:a="http://schemas.openxmlformats.org/drawingml/2006/main">
              <a:ext uri="{FF2B5EF4-FFF2-40B4-BE49-F238E27FC236}">
                <a16:creationId xmlns:a16="http://schemas.microsoft.com/office/drawing/2014/main" id="{927B0BFF-7BEC-4A64-9B99-962A824E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10125"/>
            <a:ext cx="1333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39" name="chart-value-5">
            <a:extLst xmlns:a="http://schemas.openxmlformats.org/drawingml/2006/main">
              <a:ext uri="{FF2B5EF4-FFF2-40B4-BE49-F238E27FC236}">
                <a16:creationId xmlns:a16="http://schemas.microsoft.com/office/drawing/2014/main" id="{7EE679F8-0731-413A-B0EE-2C1790C6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77202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50%</a:t>
            </a:r>
          </a:p>
        </p:txBody>
      </p:sp>
      <p:sp>
        <p:nvSpPr>
          <p:cNvPr id="40" name="metric-big-value">
            <a:extLst xmlns:a="http://schemas.openxmlformats.org/drawingml/2006/main">
              <a:ext uri="{FF2B5EF4-FFF2-40B4-BE49-F238E27FC236}">
                <a16:creationId xmlns:a16="http://schemas.microsoft.com/office/drawing/2014/main" id="{F026BA5D-7EAA-4B01-9F41-A81A1DE9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05150"/>
            <a:ext cx="4095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377CF6"/>
                </a:solidFill>
              </a:defRPr>
            </a:pPr>
            <a:r>
              <a:rPr sz="4800" b="1">
                <a:solidFill>
                  <a:srgbClr val="377CF6"/>
                </a:solidFill>
              </a:rPr>
              <a:t>42 %</a:t>
            </a:r>
          </a:p>
        </p:txBody>
      </p:sp>
      <p:sp>
        <p:nvSpPr>
          <p:cNvPr id="41" name="metric-big-label">
            <a:extLst xmlns:a="http://schemas.openxmlformats.org/drawingml/2006/main">
              <a:ext uri="{FF2B5EF4-FFF2-40B4-BE49-F238E27FC236}">
                <a16:creationId xmlns:a16="http://schemas.microsoft.com/office/drawing/2014/main" id="{45E41C81-E0BA-47BA-9E74-03A47C86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7670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88A"/>
                </a:solidFill>
              </a:defRPr>
            </a:pPr>
            <a:r>
              <a:rPr sz="1500" b="0">
                <a:solidFill>
                  <a:srgbClr val="66788A"/>
                </a:solidFill>
              </a:rPr>
              <a:t>Zentrale Kennzahl</a:t>
            </a:r>
          </a:p>
        </p:txBody>
      </p:sp>
    </p:spTree>
    <p:extLst>
      <p:ext uri="{BB962C8B-B14F-4D97-AF65-F5344CB8AC3E}">
        <p14:creationId xmlns:p14="http://schemas.microsoft.com/office/powerpoint/2010/main" val="13040217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minimal-frame">
            <a:extLst xmlns:a="http://schemas.openxmlformats.org/drawingml/2006/main">
              <a:ext uri="{FF2B5EF4-FFF2-40B4-BE49-F238E27FC236}">
                <a16:creationId xmlns:a16="http://schemas.microsoft.com/office/drawing/2014/main" id="{55BB5AB3-513F-4999-9500-8F1DC831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oundRect">
            <a:avLst>
              <a:gd name="adj" fmla="val 18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9E4"/>
            </a:solidFill>
            <a:prstDash val="solid"/>
          </a:ln>
        </p:spPr>
      </p:sp>
      <p:sp>
        <p:nvSpPr>
          <p:cNvPr id="2" name="accent-line">
            <a:extLst xmlns:a="http://schemas.openxmlformats.org/drawingml/2006/main">
              <a:ext uri="{FF2B5EF4-FFF2-40B4-BE49-F238E27FC236}">
                <a16:creationId xmlns:a16="http://schemas.microsoft.com/office/drawing/2014/main" id="{E154AF6D-B33E-4D1F-B162-C0705C99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9525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3" name="brand-label">
            <a:extLst xmlns:a="http://schemas.openxmlformats.org/drawingml/2006/main">
              <a:ext uri="{FF2B5EF4-FFF2-40B4-BE49-F238E27FC236}">
                <a16:creationId xmlns:a16="http://schemas.microsoft.com/office/drawing/2014/main" id="{7A1FD79F-CFDB-4C40-A6E4-91656972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77CF6"/>
                </a:solidFill>
              </a:defRPr>
            </a:pPr>
            <a:r>
              <a:rPr sz="975" b="1">
                <a:solidFill>
                  <a:srgbClr val="377CF6"/>
                </a:solidFill>
              </a:rPr>
              <a:t>MINI LLM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038F289-87B5-45F6-B843-DA4B27AB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1341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</a:defRPr>
            </a:pPr>
            <a:r>
              <a:rPr sz="975" b="0">
                <a:solidFill>
                  <a:srgbClr val="66788A"/>
                </a:solidFill>
              </a:rPr>
              <a:t>11</a:t>
            </a:r>
          </a:p>
        </p:txBody>
      </p:sp>
      <p:sp>
        <p:nvSpPr>
          <p:cNvPr id="5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59DCA8E2-2D9E-401F-9667-AE207B43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77CF6"/>
                </a:solidFill>
              </a:defRPr>
            </a:pPr>
            <a:r>
              <a:rPr sz="975" b="1">
                <a:solidFill>
                  <a:srgbClr val="377CF6"/>
                </a:solidFill>
              </a:rPr>
              <a:t>KERNAUSSAGE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AEFC8A-A7A7-4E61-90D5-0E03810E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Eine klare Aussage pro Folie</a:t>
            </a:r>
          </a:p>
        </p:txBody>
      </p:sp>
      <p:sp>
        <p:nvSpPr>
          <p:cNvPr id="7" name="slide-index">
            <a:extLst xmlns:a="http://schemas.openxmlformats.org/drawingml/2006/main">
              <a:ext uri="{FF2B5EF4-FFF2-40B4-BE49-F238E27FC236}">
                <a16:creationId xmlns:a16="http://schemas.microsoft.com/office/drawing/2014/main" id="{A01435C5-8868-470F-A2FB-F070B434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9048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</a:defRPr>
            </a:pPr>
            <a:r>
              <a:rPr sz="975" b="0">
                <a:solidFill>
                  <a:srgbClr val="66788A"/>
                </a:solidFill>
              </a:rPr>
              <a:t>10</a:t>
            </a:r>
          </a:p>
        </p:txBody>
      </p:sp>
      <p:sp>
        <p:nvSpPr>
          <p:cNvPr id="8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7E6C7D97-61C6-4C4D-B72C-E38656E7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764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9" name="bullet-1">
            <a:extLst xmlns:a="http://schemas.openxmlformats.org/drawingml/2006/main">
              <a:ext uri="{FF2B5EF4-FFF2-40B4-BE49-F238E27FC236}">
                <a16:creationId xmlns:a16="http://schemas.microsoft.com/office/drawing/2014/main" id="{5C2DAD5A-9503-4B47-AD07-F360BB56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14550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24A"/>
                </a:solidFill>
              </a:defRPr>
            </a:pPr>
            <a:r>
              <a:rPr sz="1575" b="0">
                <a:solidFill>
                  <a:srgbClr val="18324A"/>
                </a:solidFill>
              </a:rPr>
              <a:t>Inhalt 1</a:t>
            </a:r>
          </a:p>
        </p:txBody>
      </p:sp>
      <p:sp>
        <p:nvSpPr>
          <p:cNvPr id="10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E20F8021-DF92-42C3-B9A9-94B8712A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5752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11" name="bullet-2">
            <a:extLst xmlns:a="http://schemas.openxmlformats.org/drawingml/2006/main">
              <a:ext uri="{FF2B5EF4-FFF2-40B4-BE49-F238E27FC236}">
                <a16:creationId xmlns:a16="http://schemas.microsoft.com/office/drawing/2014/main" id="{0F0B1F6E-1AED-4BF7-B164-3893DBA6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95600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24A"/>
                </a:solidFill>
              </a:defRPr>
            </a:pPr>
            <a:r>
              <a:rPr sz="1575" b="0">
                <a:solidFill>
                  <a:srgbClr val="18324A"/>
                </a:solidFill>
              </a:rPr>
              <a:t>Inhalt 2</a:t>
            </a:r>
          </a:p>
        </p:txBody>
      </p:sp>
      <p:sp>
        <p:nvSpPr>
          <p:cNvPr id="12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B34C140C-6513-4EE5-8C12-069CE345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385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13" name="bullet-3">
            <a:extLst xmlns:a="http://schemas.openxmlformats.org/drawingml/2006/main">
              <a:ext uri="{FF2B5EF4-FFF2-40B4-BE49-F238E27FC236}">
                <a16:creationId xmlns:a16="http://schemas.microsoft.com/office/drawing/2014/main" id="{9DF52948-7331-4C7B-8DF5-61B652CA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76650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24A"/>
                </a:solidFill>
              </a:defRPr>
            </a:pPr>
            <a:r>
              <a:rPr sz="1575" b="0">
                <a:solidFill>
                  <a:srgbClr val="18324A"/>
                </a:solidFill>
              </a:rPr>
              <a:t>Inhalt 3</a:t>
            </a:r>
          </a:p>
        </p:txBody>
      </p:sp>
      <p:sp>
        <p:nvSpPr>
          <p:cNvPr id="14" name="bullet-dot-4">
            <a:extLst xmlns:a="http://schemas.openxmlformats.org/drawingml/2006/main">
              <a:ext uri="{FF2B5EF4-FFF2-40B4-BE49-F238E27FC236}">
                <a16:creationId xmlns:a16="http://schemas.microsoft.com/office/drawing/2014/main" id="{C9277394-3154-4A29-B668-D9BD3198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962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15" name="bullet-4">
            <a:extLst xmlns:a="http://schemas.openxmlformats.org/drawingml/2006/main">
              <a:ext uri="{FF2B5EF4-FFF2-40B4-BE49-F238E27FC236}">
                <a16:creationId xmlns:a16="http://schemas.microsoft.com/office/drawing/2014/main" id="{94D41D93-12D3-4DA3-BF6F-E5ACDEA5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57700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24A"/>
                </a:solidFill>
              </a:defRPr>
            </a:pPr>
            <a:r>
              <a:rPr sz="1575" b="0">
                <a:solidFill>
                  <a:srgbClr val="18324A"/>
                </a:solidFill>
              </a:rPr>
              <a:t>Inhalt 4</a:t>
            </a:r>
          </a:p>
        </p:txBody>
      </p:sp>
      <p:sp>
        <p:nvSpPr>
          <p:cNvPr id="16" name="bullet-dot-5">
            <a:extLst xmlns:a="http://schemas.openxmlformats.org/drawingml/2006/main">
              <a:ext uri="{FF2B5EF4-FFF2-40B4-BE49-F238E27FC236}">
                <a16:creationId xmlns:a16="http://schemas.microsoft.com/office/drawing/2014/main" id="{E5FA7796-EFC3-4C93-9F21-591E38F8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006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17" name="bullet-5">
            <a:extLst xmlns:a="http://schemas.openxmlformats.org/drawingml/2006/main">
              <a:ext uri="{FF2B5EF4-FFF2-40B4-BE49-F238E27FC236}">
                <a16:creationId xmlns:a16="http://schemas.microsoft.com/office/drawing/2014/main" id="{901FEE47-B5BF-413E-BCBF-0A2C6B13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38750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24A"/>
                </a:solidFill>
              </a:defRPr>
            </a:pPr>
            <a:r>
              <a:rPr sz="1575" b="0">
                <a:solidFill>
                  <a:srgbClr val="18324A"/>
                </a:solidFill>
              </a:rPr>
              <a:t>Inhalt 5</a:t>
            </a:r>
          </a:p>
        </p:txBody>
      </p:sp>
      <p:sp>
        <p:nvSpPr>
          <p:cNvPr id="18" name="chart-frame">
            <a:extLst xmlns:a="http://schemas.openxmlformats.org/drawingml/2006/main">
              <a:ext uri="{FF2B5EF4-FFF2-40B4-BE49-F238E27FC236}">
                <a16:creationId xmlns:a16="http://schemas.microsoft.com/office/drawing/2014/main" id="{192D05E8-8450-4001-B6A4-D5C43C47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14550"/>
            <a:ext cx="5048250" cy="33718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FD9E4"/>
            </a:solidFill>
            <a:prstDash val="solid"/>
          </a:ln>
        </p:spPr>
      </p:sp>
      <p:sp>
        <p:nvSpPr>
          <p:cNvPr id="19" name="chart-title">
            <a:extLst xmlns:a="http://schemas.openxmlformats.org/drawingml/2006/main">
              <a:ext uri="{FF2B5EF4-FFF2-40B4-BE49-F238E27FC236}">
                <a16:creationId xmlns:a16="http://schemas.microsoft.com/office/drawing/2014/main" id="{0F062C0B-0EE9-4069-B52B-1F0C423E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145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Zahlen im Überblick</a:t>
            </a:r>
          </a:p>
        </p:txBody>
      </p:sp>
      <p:sp>
        <p:nvSpPr>
          <p:cNvPr id="20" name="chart-label-1">
            <a:extLst xmlns:a="http://schemas.openxmlformats.org/drawingml/2006/main">
              <a:ext uri="{FF2B5EF4-FFF2-40B4-BE49-F238E27FC236}">
                <a16:creationId xmlns:a16="http://schemas.microsoft.com/office/drawing/2014/main" id="{F50970EA-CA0C-4F16-AACB-9018DF59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3367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88A"/>
                </a:solidFill>
              </a:defRPr>
            </a:pPr>
            <a:r>
              <a:rPr sz="1050" b="0">
                <a:solidFill>
                  <a:srgbClr val="66788A"/>
                </a:solidFill>
              </a:rPr>
              <a:t>Wert 1</a:t>
            </a:r>
          </a:p>
        </p:txBody>
      </p:sp>
      <p:sp>
        <p:nvSpPr>
          <p:cNvPr id="21" name="chart-track-1">
            <a:extLst xmlns:a="http://schemas.openxmlformats.org/drawingml/2006/main">
              <a:ext uri="{FF2B5EF4-FFF2-40B4-BE49-F238E27FC236}">
                <a16:creationId xmlns:a16="http://schemas.microsoft.com/office/drawing/2014/main" id="{320F83A5-9179-48C7-B708-4D04838C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28925"/>
            <a:ext cx="20002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E7F1"/>
          </a:solidFill>
          <a:ln xmlns:a="http://schemas.openxmlformats.org/drawingml/2006/main" w="0">
            <a:solidFill>
              <a:srgbClr val="DEE7F1"/>
            </a:solidFill>
            <a:prstDash val="solid"/>
          </a:ln>
        </p:spPr>
      </p:sp>
      <p:sp>
        <p:nvSpPr>
          <p:cNvPr id="22" name="chart-bar-1">
            <a:extLst xmlns:a="http://schemas.openxmlformats.org/drawingml/2006/main">
              <a:ext uri="{FF2B5EF4-FFF2-40B4-BE49-F238E27FC236}">
                <a16:creationId xmlns:a16="http://schemas.microsoft.com/office/drawing/2014/main" id="{CD978134-CAEA-432D-BB99-2E047A04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28925"/>
            <a:ext cx="1333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23" name="chart-value-1">
            <a:extLst xmlns:a="http://schemas.openxmlformats.org/drawingml/2006/main">
              <a:ext uri="{FF2B5EF4-FFF2-40B4-BE49-F238E27FC236}">
                <a16:creationId xmlns:a16="http://schemas.microsoft.com/office/drawing/2014/main" id="{6E5CD985-C896-4B0D-BD99-E225E791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79082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10%</a:t>
            </a:r>
          </a:p>
        </p:txBody>
      </p:sp>
      <p:sp>
        <p:nvSpPr>
          <p:cNvPr id="24" name="chart-label-2">
            <a:extLst xmlns:a="http://schemas.openxmlformats.org/drawingml/2006/main">
              <a:ext uri="{FF2B5EF4-FFF2-40B4-BE49-F238E27FC236}">
                <a16:creationId xmlns:a16="http://schemas.microsoft.com/office/drawing/2014/main" id="{20FD336E-4FC2-4029-80D5-A4513687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2897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88A"/>
                </a:solidFill>
              </a:defRPr>
            </a:pPr>
            <a:r>
              <a:rPr sz="1050" b="0">
                <a:solidFill>
                  <a:srgbClr val="66788A"/>
                </a:solidFill>
              </a:rPr>
              <a:t>Wert 2</a:t>
            </a:r>
          </a:p>
        </p:txBody>
      </p:sp>
      <p:sp>
        <p:nvSpPr>
          <p:cNvPr id="25" name="chart-track-2">
            <a:extLst xmlns:a="http://schemas.openxmlformats.org/drawingml/2006/main">
              <a:ext uri="{FF2B5EF4-FFF2-40B4-BE49-F238E27FC236}">
                <a16:creationId xmlns:a16="http://schemas.microsoft.com/office/drawing/2014/main" id="{769C75DA-48C4-44EA-9FB1-B3111E5C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24225"/>
            <a:ext cx="20002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E7F1"/>
          </a:solidFill>
          <a:ln xmlns:a="http://schemas.openxmlformats.org/drawingml/2006/main" w="0">
            <a:solidFill>
              <a:srgbClr val="DEE7F1"/>
            </a:solidFill>
            <a:prstDash val="solid"/>
          </a:ln>
        </p:spPr>
      </p:sp>
      <p:sp>
        <p:nvSpPr>
          <p:cNvPr id="26" name="chart-bar-2">
            <a:extLst xmlns:a="http://schemas.openxmlformats.org/drawingml/2006/main">
              <a:ext uri="{FF2B5EF4-FFF2-40B4-BE49-F238E27FC236}">
                <a16:creationId xmlns:a16="http://schemas.microsoft.com/office/drawing/2014/main" id="{775A9031-337A-4793-BB46-C2BEE055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24225"/>
            <a:ext cx="1333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27" name="chart-value-2">
            <a:extLst xmlns:a="http://schemas.openxmlformats.org/drawingml/2006/main">
              <a:ext uri="{FF2B5EF4-FFF2-40B4-BE49-F238E27FC236}">
                <a16:creationId xmlns:a16="http://schemas.microsoft.com/office/drawing/2014/main" id="{4857866B-9372-4A18-823D-C0E111AC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8612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20%</a:t>
            </a:r>
          </a:p>
        </p:txBody>
      </p:sp>
      <p:sp>
        <p:nvSpPr>
          <p:cNvPr id="28" name="chart-label-3">
            <a:extLst xmlns:a="http://schemas.openxmlformats.org/drawingml/2006/main">
              <a:ext uri="{FF2B5EF4-FFF2-40B4-BE49-F238E27FC236}">
                <a16:creationId xmlns:a16="http://schemas.microsoft.com/office/drawing/2014/main" id="{765F5174-CFA3-4FC8-AD95-41BCEDA1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2427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88A"/>
                </a:solidFill>
              </a:defRPr>
            </a:pPr>
            <a:r>
              <a:rPr sz="1050" b="0">
                <a:solidFill>
                  <a:srgbClr val="66788A"/>
                </a:solidFill>
              </a:rPr>
              <a:t>Wert 3</a:t>
            </a:r>
          </a:p>
        </p:txBody>
      </p:sp>
      <p:sp>
        <p:nvSpPr>
          <p:cNvPr id="29" name="chart-track-3">
            <a:extLst xmlns:a="http://schemas.openxmlformats.org/drawingml/2006/main">
              <a:ext uri="{FF2B5EF4-FFF2-40B4-BE49-F238E27FC236}">
                <a16:creationId xmlns:a16="http://schemas.microsoft.com/office/drawing/2014/main" id="{D7384452-42BA-4403-ABF3-57A992F6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19525"/>
            <a:ext cx="20002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E7F1"/>
          </a:solidFill>
          <a:ln xmlns:a="http://schemas.openxmlformats.org/drawingml/2006/main" w="0">
            <a:solidFill>
              <a:srgbClr val="DEE7F1"/>
            </a:solidFill>
            <a:prstDash val="solid"/>
          </a:ln>
        </p:spPr>
      </p:sp>
      <p:sp>
        <p:nvSpPr>
          <p:cNvPr id="30" name="chart-bar-3">
            <a:extLst xmlns:a="http://schemas.openxmlformats.org/drawingml/2006/main">
              <a:ext uri="{FF2B5EF4-FFF2-40B4-BE49-F238E27FC236}">
                <a16:creationId xmlns:a16="http://schemas.microsoft.com/office/drawing/2014/main" id="{C60CC3AC-AB83-48E3-B93E-29806F3E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19525"/>
            <a:ext cx="1333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31" name="chart-value-3">
            <a:extLst xmlns:a="http://schemas.openxmlformats.org/drawingml/2006/main">
              <a:ext uri="{FF2B5EF4-FFF2-40B4-BE49-F238E27FC236}">
                <a16:creationId xmlns:a16="http://schemas.microsoft.com/office/drawing/2014/main" id="{E589B6EC-1F89-4B1A-BF28-ABB40F7C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78142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30%</a:t>
            </a:r>
          </a:p>
        </p:txBody>
      </p:sp>
      <p:sp>
        <p:nvSpPr>
          <p:cNvPr id="32" name="chart-label-4">
            <a:extLst xmlns:a="http://schemas.openxmlformats.org/drawingml/2006/main">
              <a:ext uri="{FF2B5EF4-FFF2-40B4-BE49-F238E27FC236}">
                <a16:creationId xmlns:a16="http://schemas.microsoft.com/office/drawing/2014/main" id="{1C13AC39-DF13-4B8C-8C47-65FF5CD5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1957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88A"/>
                </a:solidFill>
              </a:defRPr>
            </a:pPr>
            <a:r>
              <a:rPr sz="1050" b="0">
                <a:solidFill>
                  <a:srgbClr val="66788A"/>
                </a:solidFill>
              </a:rPr>
              <a:t>Wert 4</a:t>
            </a:r>
          </a:p>
        </p:txBody>
      </p:sp>
      <p:sp>
        <p:nvSpPr>
          <p:cNvPr id="33" name="chart-track-4">
            <a:extLst xmlns:a="http://schemas.openxmlformats.org/drawingml/2006/main">
              <a:ext uri="{FF2B5EF4-FFF2-40B4-BE49-F238E27FC236}">
                <a16:creationId xmlns:a16="http://schemas.microsoft.com/office/drawing/2014/main" id="{4659F01C-D31C-4E04-A625-8F234E32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14825"/>
            <a:ext cx="20002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E7F1"/>
          </a:solidFill>
          <a:ln xmlns:a="http://schemas.openxmlformats.org/drawingml/2006/main" w="0">
            <a:solidFill>
              <a:srgbClr val="DEE7F1"/>
            </a:solidFill>
            <a:prstDash val="solid"/>
          </a:ln>
        </p:spPr>
      </p:sp>
      <p:sp>
        <p:nvSpPr>
          <p:cNvPr id="34" name="chart-bar-4">
            <a:extLst xmlns:a="http://schemas.openxmlformats.org/drawingml/2006/main">
              <a:ext uri="{FF2B5EF4-FFF2-40B4-BE49-F238E27FC236}">
                <a16:creationId xmlns:a16="http://schemas.microsoft.com/office/drawing/2014/main" id="{081D9E9E-136E-4B55-8A9E-FC1CBE5B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14825"/>
            <a:ext cx="1333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35" name="chart-value-4">
            <a:extLst xmlns:a="http://schemas.openxmlformats.org/drawingml/2006/main">
              <a:ext uri="{FF2B5EF4-FFF2-40B4-BE49-F238E27FC236}">
                <a16:creationId xmlns:a16="http://schemas.microsoft.com/office/drawing/2014/main" id="{FFD6ABC3-FB44-48A0-924D-8B61DB0E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27672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40%</a:t>
            </a:r>
          </a:p>
        </p:txBody>
      </p:sp>
      <p:sp>
        <p:nvSpPr>
          <p:cNvPr id="36" name="chart-label-5">
            <a:extLst xmlns:a="http://schemas.openxmlformats.org/drawingml/2006/main">
              <a:ext uri="{FF2B5EF4-FFF2-40B4-BE49-F238E27FC236}">
                <a16:creationId xmlns:a16="http://schemas.microsoft.com/office/drawing/2014/main" id="{E2D001BB-75BA-43D3-9326-13D27174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1487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88A"/>
                </a:solidFill>
              </a:defRPr>
            </a:pPr>
            <a:r>
              <a:rPr sz="1050" b="0">
                <a:solidFill>
                  <a:srgbClr val="66788A"/>
                </a:solidFill>
              </a:rPr>
              <a:t>Wert 5</a:t>
            </a:r>
          </a:p>
        </p:txBody>
      </p:sp>
      <p:sp>
        <p:nvSpPr>
          <p:cNvPr id="37" name="chart-track-5">
            <a:extLst xmlns:a="http://schemas.openxmlformats.org/drawingml/2006/main">
              <a:ext uri="{FF2B5EF4-FFF2-40B4-BE49-F238E27FC236}">
                <a16:creationId xmlns:a16="http://schemas.microsoft.com/office/drawing/2014/main" id="{46F31E9D-9C67-4643-8091-C13039EB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10125"/>
            <a:ext cx="20002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E7F1"/>
          </a:solidFill>
          <a:ln xmlns:a="http://schemas.openxmlformats.org/drawingml/2006/main" w="0">
            <a:solidFill>
              <a:srgbClr val="DEE7F1"/>
            </a:solidFill>
            <a:prstDash val="solid"/>
          </a:ln>
        </p:spPr>
      </p:sp>
      <p:sp>
        <p:nvSpPr>
          <p:cNvPr id="38" name="chart-bar-5">
            <a:extLst xmlns:a="http://schemas.openxmlformats.org/drawingml/2006/main">
              <a:ext uri="{FF2B5EF4-FFF2-40B4-BE49-F238E27FC236}">
                <a16:creationId xmlns:a16="http://schemas.microsoft.com/office/drawing/2014/main" id="{C8A70B0C-1F6A-4F44-828E-DF235555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10125"/>
            <a:ext cx="1333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7CF6"/>
          </a:solidFill>
          <a:ln xmlns:a="http://schemas.openxmlformats.org/drawingml/2006/main" w="0">
            <a:solidFill>
              <a:srgbClr val="377CF6"/>
            </a:solidFill>
            <a:prstDash val="solid"/>
          </a:ln>
        </p:spPr>
      </p:sp>
      <p:sp>
        <p:nvSpPr>
          <p:cNvPr id="39" name="chart-value-5">
            <a:extLst xmlns:a="http://schemas.openxmlformats.org/drawingml/2006/main">
              <a:ext uri="{FF2B5EF4-FFF2-40B4-BE49-F238E27FC236}">
                <a16:creationId xmlns:a16="http://schemas.microsoft.com/office/drawing/2014/main" id="{A8470144-5410-43CC-BD0A-600F0FFA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77202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50%</a:t>
            </a:r>
          </a:p>
        </p:txBody>
      </p:sp>
      <p:sp>
        <p:nvSpPr>
          <p:cNvPr id="40" name="metric-big-value">
            <a:extLst xmlns:a="http://schemas.openxmlformats.org/drawingml/2006/main">
              <a:ext uri="{FF2B5EF4-FFF2-40B4-BE49-F238E27FC236}">
                <a16:creationId xmlns:a16="http://schemas.microsoft.com/office/drawing/2014/main" id="{21F454A1-E01F-4C60-B6E3-F1F7807E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05150"/>
            <a:ext cx="4095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377CF6"/>
                </a:solidFill>
              </a:defRPr>
            </a:pPr>
            <a:r>
              <a:rPr sz="4800" b="1">
                <a:solidFill>
                  <a:srgbClr val="377CF6"/>
                </a:solidFill>
              </a:rPr>
              <a:t>42 %</a:t>
            </a:r>
          </a:p>
        </p:txBody>
      </p:sp>
      <p:sp>
        <p:nvSpPr>
          <p:cNvPr id="41" name="metric-big-label">
            <a:extLst xmlns:a="http://schemas.openxmlformats.org/drawingml/2006/main">
              <a:ext uri="{FF2B5EF4-FFF2-40B4-BE49-F238E27FC236}">
                <a16:creationId xmlns:a16="http://schemas.microsoft.com/office/drawing/2014/main" id="{2DFC6BAA-5D1C-4748-944D-8B1FFE13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7670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88A"/>
                </a:solidFill>
              </a:defRPr>
            </a:pPr>
            <a:r>
              <a:rPr sz="1500" b="0">
                <a:solidFill>
                  <a:srgbClr val="66788A"/>
                </a:solidFill>
              </a:rPr>
              <a:t>Zentrale Kennzahl</a:t>
            </a:r>
          </a:p>
        </p:txBody>
      </p:sp>
    </p:spTree>
    <p:extLst>
      <p:ext uri="{BB962C8B-B14F-4D97-AF65-F5344CB8AC3E}">
        <p14:creationId xmlns:p14="http://schemas.microsoft.com/office/powerpoint/2010/main" val="5431186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minimal-frame">
            <a:extLst xmlns:a="http://schemas.openxmlformats.org/drawingml/2006/main">
              <a:ext uri="{FF2B5EF4-FFF2-40B4-BE49-F238E27FC236}">
                <a16:creationId xmlns:a16="http://schemas.microsoft.com/office/drawing/2014/main" id="{B1438A16-BB08-4333-BF29-0A168624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oundRect">
            <a:avLst>
              <a:gd name="adj" fmla="val 180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1430">
            <a:solidFill>
              <a:srgbClr val="CFD9E4"/>
            </a:solidFill>
            <a:prstDash val="solid"/>
          </a:ln>
        </p:spPr>
      </p:sp>
      <p:sp>
        <p:nvSpPr>
          <p:cNvPr id="2" name="accent-line">
            <a:extLst xmlns:a="http://schemas.openxmlformats.org/drawingml/2006/main">
              <a:ext uri="{FF2B5EF4-FFF2-40B4-BE49-F238E27FC236}">
                <a16:creationId xmlns:a16="http://schemas.microsoft.com/office/drawing/2014/main" id="{94684385-8095-4286-9312-55704ACD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9525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1FF"/>
          </a:solidFill>
          <a:ln xmlns:a="http://schemas.openxmlformats.org/drawingml/2006/main" w="0">
            <a:solidFill>
              <a:srgbClr val="6EA1FF"/>
            </a:solidFill>
            <a:prstDash val="solid"/>
          </a:ln>
        </p:spPr>
      </p:sp>
      <p:sp>
        <p:nvSpPr>
          <p:cNvPr id="3" name="brand-label">
            <a:extLst xmlns:a="http://schemas.openxmlformats.org/drawingml/2006/main">
              <a:ext uri="{FF2B5EF4-FFF2-40B4-BE49-F238E27FC236}">
                <a16:creationId xmlns:a16="http://schemas.microsoft.com/office/drawing/2014/main" id="{2EC164EF-7D27-4B9B-B3E5-F4196568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1B4FF"/>
                </a:solidFill>
              </a:defRPr>
            </a:pPr>
            <a:r>
              <a:rPr sz="975" b="1">
                <a:solidFill>
                  <a:srgbClr val="91B4FF"/>
                </a:solidFill>
              </a:rPr>
              <a:t>MINI LLM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90DA8CC-D8CC-4A4C-B68E-EB3151A4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1341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FC0D1"/>
                </a:solidFill>
              </a:defRPr>
            </a:pPr>
            <a:r>
              <a:rPr sz="975" b="0">
                <a:solidFill>
                  <a:srgbClr val="AFC0D1"/>
                </a:solidFill>
              </a:rPr>
              <a:t>12</a:t>
            </a:r>
          </a:p>
        </p:txBody>
      </p:sp>
      <p:sp>
        <p:nvSpPr>
          <p:cNvPr id="5" name="closing-kicker">
            <a:extLst xmlns:a="http://schemas.openxmlformats.org/drawingml/2006/main">
              <a:ext uri="{FF2B5EF4-FFF2-40B4-BE49-F238E27FC236}">
                <a16:creationId xmlns:a16="http://schemas.microsoft.com/office/drawing/2014/main" id="{58B3134F-7F9A-4474-BBDB-3591399F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1B4FF"/>
                </a:solidFill>
              </a:defRPr>
            </a:pPr>
            <a:r>
              <a:rPr sz="1125" b="1">
                <a:solidFill>
                  <a:srgbClr val="91B4FF"/>
                </a:solidFill>
              </a:rPr>
              <a:t>ABSCHLUSS</a:t>
            </a:r>
          </a:p>
        </p:txBody>
      </p:sp>
      <p:sp>
        <p:nvSpPr>
          <p:cNvPr id="6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56F9A3BD-42E3-4912-BD31-97FEE3AF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Die zentrale Erkenntnis</a:t>
            </a:r>
          </a:p>
        </p:txBody>
      </p:sp>
      <p:sp>
        <p:nvSpPr>
          <p:cNvPr id="7" name="closing-metric">
            <a:extLst xmlns:a="http://schemas.openxmlformats.org/drawingml/2006/main">
              <a:ext uri="{FF2B5EF4-FFF2-40B4-BE49-F238E27FC236}">
                <a16:creationId xmlns:a16="http://schemas.microsoft.com/office/drawing/2014/main" id="{4B0E5BC9-D2B5-4384-BB4E-B54B626B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EA1FF"/>
                </a:solidFill>
              </a:defRPr>
            </a:pPr>
            <a:r>
              <a:rPr sz="2250" b="1">
                <a:solidFill>
                  <a:srgbClr val="6EA1FF"/>
                </a:solidFill>
              </a:rPr>
              <a:t>NÄCHSTER SCHRITT</a:t>
            </a:r>
          </a:p>
        </p:txBody>
      </p:sp>
      <p:sp>
        <p:nvSpPr>
          <p:cNvPr id="8" name="closing-body">
            <a:extLst xmlns:a="http://schemas.openxmlformats.org/drawingml/2006/main">
              <a:ext uri="{FF2B5EF4-FFF2-40B4-BE49-F238E27FC236}">
                <a16:creationId xmlns:a16="http://schemas.microsoft.com/office/drawing/2014/main" id="{DDFF7990-D5E2-4E3D-96DA-A6DBD9CA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6E0EA"/>
                </a:solidFill>
              </a:defRPr>
            </a:pPr>
            <a:r>
              <a:rPr sz="1875" b="0">
                <a:solidFill>
                  <a:srgbClr val="D6E0EA"/>
                </a:solidFill>
              </a:rPr>
              <a:t>Ein prägnanter Abschluss oder der nächste Schritt.</a:t>
            </a:r>
          </a:p>
        </p:txBody>
      </p:sp>
    </p:spTree>
    <p:extLst>
      <p:ext uri="{BB962C8B-B14F-4D97-AF65-F5344CB8AC3E}">
        <p14:creationId xmlns:p14="http://schemas.microsoft.com/office/powerpoint/2010/main" val="7113647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2026-07-29T20:19:59.5700000Z</dcterms:created>
  <dcterms:modified xsi:type="dcterms:W3CDTF">2026-07-29T20:19:59.5700000Z</dcterms:modified>
</coreProperties>
</file>